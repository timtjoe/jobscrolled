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A3D3"/>
    <a:srgbClr val="6ABAE5"/>
    <a:srgbClr val="FE4E9A"/>
    <a:srgbClr val="0189D3"/>
    <a:srgbClr val="FE026F"/>
    <a:srgbClr val="01005D"/>
    <a:srgbClr val="6A71B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896" y="52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59ECA-FB78-BAE8-57D5-40E6CB4A5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59A7D2-DE5D-B798-5658-BD5BA042BD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5146F-E431-925D-9C66-C08DEDC08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379CA-F570-494A-8662-E85D72170BD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DDEBC-F746-564C-3319-469329186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B3E40-3890-4FCF-2739-74306E88D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BC429-D9B9-4AA0-9D4A-B6C1CCEB1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987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3AA3A-EF65-9651-4895-FDAE5C86F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69221-E8A3-B449-2875-85E922D7D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9255E-1571-98BD-0AEA-4EE63C0CA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379CA-F570-494A-8662-E85D72170BD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52EAE-E30F-8892-FAB8-3B8E03540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E9DB4-112F-DE1F-9880-3C0E01447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BC429-D9B9-4AA0-9D4A-B6C1CCEB1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37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4CD20-F1BA-8877-43E0-C512DD2B2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20C69-4F57-2E3E-8CAC-AA4D0F024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74573-6003-9CB3-44A6-FF421D2A1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379CA-F570-494A-8662-E85D72170BD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E3E35-04AF-AAF6-46F3-AAE5DAE7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B1213-E6B7-DAF4-BA61-164A1700D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BC429-D9B9-4AA0-9D4A-B6C1CCEB1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735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3B514-0E99-A4D6-B7B3-1BC271126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2E901-627D-7A73-740D-651BD96257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1703ED-F9E5-AD0E-C862-27433150B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2F5-36D2-2260-78E9-92F04E3B3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379CA-F570-494A-8662-E85D72170BD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C81C8-1D52-B561-6E57-C207038BF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940D91-276D-B208-86DD-406D1C86F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BC429-D9B9-4AA0-9D4A-B6C1CCEB1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348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7BEAE-9D83-3AA6-FDC6-4B4FFC0D4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4AA1A-1FEF-5F5B-6184-7A3BE4ACA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28A856-C63B-E7D4-8E40-7851BB087C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0264CD-6919-69D7-0774-22A1F473F3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5417A8-18D9-7E5F-DAAA-500E89DB0A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6A2D44-1C0D-1F82-217B-77125204E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379CA-F570-494A-8662-E85D72170BD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009653-4615-41D5-0AEC-0724953D4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F7129E-C258-80C0-98E1-EB784E8A5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BC429-D9B9-4AA0-9D4A-B6C1CCEB1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521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E1A13-FA99-B04B-F5B2-BA26FBC8D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F9BF2F-F537-711A-E5AE-E7F06B5FC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379CA-F570-494A-8662-E85D72170BD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51BFCE-D263-FA2E-4140-13A39E8D2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50C1CC-28DB-7C55-9018-A194196E8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BC429-D9B9-4AA0-9D4A-B6C1CCEB1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5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867FF9-F88E-9225-0E9A-9D0534ACD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379CA-F570-494A-8662-E85D72170BD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FC85B2-6BC1-A65A-3F5F-AE7BC43EF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64F59-8908-A4BA-0F80-75AA80C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BC429-D9B9-4AA0-9D4A-B6C1CCEB1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756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3FD29-E3AD-4BAE-DF8D-FDD1B3142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360C3-56C1-424E-94E4-6E87CE46C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A8BA9F-D622-BDC0-5F01-EA56583A17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397DB3-19A8-5C9C-6900-43C9472F0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379CA-F570-494A-8662-E85D72170BD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652E6-1D90-993E-2095-9AA9F22BD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2B87E0-E2B6-1DBD-2B54-5F1C796E9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BC429-D9B9-4AA0-9D4A-B6C1CCEB1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692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98520-321C-468B-9BCC-A0A641A46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7DAC0E-931F-7325-8C72-9C23342F74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8FDB7A-988E-32BB-9C4A-A0CFD14F87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17B64-3984-879D-2687-488CF7BA0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379CA-F570-494A-8662-E85D72170BD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61DD74-8C8A-5068-CED9-E70F42B38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1CAA12-76D9-6D49-EAB3-1E3F80C9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BC429-D9B9-4AA0-9D4A-B6C1CCEB1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04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F7BF5-815C-2891-9840-E211AC6F1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758382-54C0-C115-B865-0A6091BBD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6234D-9E4F-300B-95F4-82CEABA09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379CA-F570-494A-8662-E85D72170BD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7AC43-A333-E0E9-97B2-843DF1E56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2F4C9-88F5-D585-0CA6-65405EFA8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BC429-D9B9-4AA0-9D4A-B6C1CCEB1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851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4A09D1-4843-BF4E-F3CF-0D1296C8BF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DB4F2A-A668-FEE8-39A8-A2B4164EED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D8AAC-0AA8-788C-9C01-30D997E64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379CA-F570-494A-8662-E85D72170BD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546A9-47F9-DFE9-1002-CC24B225D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6F780-D979-A03C-1893-CC333AC9C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BC429-D9B9-4AA0-9D4A-B6C1CCEB1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675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E3DA91-0221-A9E6-F310-FEFF8172E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61A14-76A7-0BBB-81AE-E55D6017C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7E4B6-5D69-D700-6136-6281385CAB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D379CA-F570-494A-8662-E85D72170BD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A719E-11A7-5091-AB40-2069CEEC18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D57D7-115D-DDD0-A64F-0B0C0BA69A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9BC429-D9B9-4AA0-9D4A-B6C1CCEB1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890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F2FA3A-F736-21F7-6805-DB89814F820C}"/>
              </a:ext>
            </a:extLst>
          </p:cNvPr>
          <p:cNvSpPr/>
          <p:nvPr/>
        </p:nvSpPr>
        <p:spPr>
          <a:xfrm>
            <a:off x="-1" y="4792716"/>
            <a:ext cx="9869215" cy="2065284"/>
          </a:xfrm>
          <a:prstGeom prst="rect">
            <a:avLst/>
          </a:prstGeom>
          <a:solidFill>
            <a:srgbClr val="0189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D060D8-4F80-731C-1B3F-0965A2BB6C98}"/>
              </a:ext>
            </a:extLst>
          </p:cNvPr>
          <p:cNvSpPr/>
          <p:nvPr/>
        </p:nvSpPr>
        <p:spPr>
          <a:xfrm>
            <a:off x="0" y="2727432"/>
            <a:ext cx="7078717" cy="2065284"/>
          </a:xfrm>
          <a:prstGeom prst="rect">
            <a:avLst/>
          </a:prstGeom>
          <a:solidFill>
            <a:srgbClr val="FE02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28988B-49C5-A883-1CC7-EF814021A5F4}"/>
              </a:ext>
            </a:extLst>
          </p:cNvPr>
          <p:cNvSpPr/>
          <p:nvPr/>
        </p:nvSpPr>
        <p:spPr>
          <a:xfrm>
            <a:off x="1" y="662148"/>
            <a:ext cx="4303986" cy="2065284"/>
          </a:xfrm>
          <a:prstGeom prst="rect">
            <a:avLst/>
          </a:prstGeom>
          <a:solidFill>
            <a:srgbClr val="0100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0BF949-38D3-B89D-FCA7-9A4D18FDE386}"/>
              </a:ext>
            </a:extLst>
          </p:cNvPr>
          <p:cNvSpPr txBox="1"/>
          <p:nvPr/>
        </p:nvSpPr>
        <p:spPr>
          <a:xfrm>
            <a:off x="4650104" y="1694790"/>
            <a:ext cx="1041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COLOR: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9AE868-B3B9-AF49-E1DD-77A9531D9A79}"/>
              </a:ext>
            </a:extLst>
          </p:cNvPr>
          <p:cNvSpPr txBox="1"/>
          <p:nvPr/>
        </p:nvSpPr>
        <p:spPr>
          <a:xfrm>
            <a:off x="7432718" y="3575408"/>
            <a:ext cx="1041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COLOR: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79803A-F6B4-7C18-58AC-B60C5C36E8CE}"/>
              </a:ext>
            </a:extLst>
          </p:cNvPr>
          <p:cNvSpPr txBox="1"/>
          <p:nvPr/>
        </p:nvSpPr>
        <p:spPr>
          <a:xfrm>
            <a:off x="10170663" y="5825358"/>
            <a:ext cx="1041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COLOR: </a:t>
            </a:r>
          </a:p>
        </p:txBody>
      </p:sp>
    </p:spTree>
    <p:extLst>
      <p:ext uri="{BB962C8B-B14F-4D97-AF65-F5344CB8AC3E}">
        <p14:creationId xmlns:p14="http://schemas.microsoft.com/office/powerpoint/2010/main" val="1510488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76E8BC29-9CA3-3381-CB26-791B3405402B}"/>
              </a:ext>
            </a:extLst>
          </p:cNvPr>
          <p:cNvGrpSpPr/>
          <p:nvPr/>
        </p:nvGrpSpPr>
        <p:grpSpPr>
          <a:xfrm>
            <a:off x="941656" y="2007153"/>
            <a:ext cx="9219496" cy="1600200"/>
            <a:chOff x="941656" y="2007153"/>
            <a:chExt cx="9219496" cy="1600200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709D24F-419B-A5F3-01B3-FFC09F51DDEF}"/>
                </a:ext>
              </a:extLst>
            </p:cNvPr>
            <p:cNvSpPr txBox="1"/>
            <p:nvPr/>
          </p:nvSpPr>
          <p:spPr>
            <a:xfrm>
              <a:off x="941656" y="2007153"/>
              <a:ext cx="2965722" cy="1600200"/>
            </a:xfrm>
            <a:custGeom>
              <a:avLst/>
              <a:gdLst>
                <a:gd name="csX0" fmla="*/ 2385219 w 2965722"/>
                <a:gd name="csY0" fmla="*/ 749510 h 1600200"/>
                <a:gd name="csX1" fmla="*/ 2512735 w 2965722"/>
                <a:gd name="csY1" fmla="*/ 802702 h 1600200"/>
                <a:gd name="csX2" fmla="*/ 2564470 w 2965722"/>
                <a:gd name="csY2" fmla="*/ 949163 h 1600200"/>
                <a:gd name="csX3" fmla="*/ 2512006 w 2965722"/>
                <a:gd name="csY3" fmla="*/ 1097082 h 1600200"/>
                <a:gd name="csX4" fmla="*/ 2385219 w 2965722"/>
                <a:gd name="csY4" fmla="*/ 1151731 h 1600200"/>
                <a:gd name="csX5" fmla="*/ 2259161 w 2965722"/>
                <a:gd name="csY5" fmla="*/ 1097810 h 1600200"/>
                <a:gd name="csX6" fmla="*/ 2207425 w 2965722"/>
                <a:gd name="csY6" fmla="*/ 950620 h 1600200"/>
                <a:gd name="csX7" fmla="*/ 2259161 w 2965722"/>
                <a:gd name="csY7" fmla="*/ 803431 h 1600200"/>
                <a:gd name="csX8" fmla="*/ 2385219 w 2965722"/>
                <a:gd name="csY8" fmla="*/ 749510 h 1600200"/>
                <a:gd name="csX9" fmla="*/ 1424597 w 2965722"/>
                <a:gd name="csY9" fmla="*/ 748052 h 1600200"/>
                <a:gd name="csX10" fmla="*/ 1544826 w 2965722"/>
                <a:gd name="csY10" fmla="*/ 800516 h 1600200"/>
                <a:gd name="csX11" fmla="*/ 1593646 w 2965722"/>
                <a:gd name="csY11" fmla="*/ 950620 h 1600200"/>
                <a:gd name="csX12" fmla="*/ 1543369 w 2965722"/>
                <a:gd name="csY12" fmla="*/ 1100725 h 1600200"/>
                <a:gd name="csX13" fmla="*/ 1421682 w 2965722"/>
                <a:gd name="csY13" fmla="*/ 1153189 h 1600200"/>
                <a:gd name="csX14" fmla="*/ 1302910 w 2965722"/>
                <a:gd name="csY14" fmla="*/ 1100725 h 1600200"/>
                <a:gd name="csX15" fmla="*/ 1255547 w 2965722"/>
                <a:gd name="csY15" fmla="*/ 950620 h 1600200"/>
                <a:gd name="csX16" fmla="*/ 1303639 w 2965722"/>
                <a:gd name="csY16" fmla="*/ 799787 h 1600200"/>
                <a:gd name="csX17" fmla="*/ 1424597 w 2965722"/>
                <a:gd name="csY17" fmla="*/ 748052 h 1600200"/>
                <a:gd name="csX18" fmla="*/ 1424597 w 2965722"/>
                <a:gd name="csY18" fmla="*/ 532368 h 1600200"/>
                <a:gd name="csX19" fmla="*/ 1208913 w 2965722"/>
                <a:gd name="csY19" fmla="*/ 583375 h 1600200"/>
                <a:gd name="csX20" fmla="*/ 1057351 w 2965722"/>
                <a:gd name="csY20" fmla="*/ 729836 h 1600200"/>
                <a:gd name="csX21" fmla="*/ 1001972 w 2965722"/>
                <a:gd name="csY21" fmla="*/ 950620 h 1600200"/>
                <a:gd name="csX22" fmla="*/ 1056622 w 2965722"/>
                <a:gd name="csY22" fmla="*/ 1172134 h 1600200"/>
                <a:gd name="csX23" fmla="*/ 1206726 w 2965722"/>
                <a:gd name="csY23" fmla="*/ 1317866 h 1600200"/>
                <a:gd name="csX24" fmla="*/ 1421682 w 2965722"/>
                <a:gd name="csY24" fmla="*/ 1368873 h 1600200"/>
                <a:gd name="csX25" fmla="*/ 1638095 w 2965722"/>
                <a:gd name="csY25" fmla="*/ 1317866 h 1600200"/>
                <a:gd name="csX26" fmla="*/ 1791114 w 2965722"/>
                <a:gd name="csY26" fmla="*/ 1171405 h 1600200"/>
                <a:gd name="csX27" fmla="*/ 1847221 w 2965722"/>
                <a:gd name="csY27" fmla="*/ 950620 h 1600200"/>
                <a:gd name="csX28" fmla="*/ 1791843 w 2965722"/>
                <a:gd name="csY28" fmla="*/ 729836 h 1600200"/>
                <a:gd name="csX29" fmla="*/ 1640281 w 2965722"/>
                <a:gd name="csY29" fmla="*/ 583375 h 1600200"/>
                <a:gd name="csX30" fmla="*/ 1424597 w 2965722"/>
                <a:gd name="csY30" fmla="*/ 532368 h 1600200"/>
                <a:gd name="csX31" fmla="*/ 605342 w 2965722"/>
                <a:gd name="csY31" fmla="*/ 334172 h 1600200"/>
                <a:gd name="csX32" fmla="*/ 605342 w 2965722"/>
                <a:gd name="csY32" fmla="*/ 1030773 h 1600200"/>
                <a:gd name="csX33" fmla="*/ 580567 w 2965722"/>
                <a:gd name="csY33" fmla="*/ 1115298 h 1600200"/>
                <a:gd name="csX34" fmla="*/ 510616 w 2965722"/>
                <a:gd name="csY34" fmla="*/ 1144445 h 1600200"/>
                <a:gd name="csX35" fmla="*/ 434835 w 2965722"/>
                <a:gd name="csY35" fmla="*/ 1111655 h 1600200"/>
                <a:gd name="csX36" fmla="*/ 408603 w 2965722"/>
                <a:gd name="csY36" fmla="*/ 1014743 h 1600200"/>
                <a:gd name="csX37" fmla="*/ 160858 w 2965722"/>
                <a:gd name="csY37" fmla="*/ 1014743 h 1600200"/>
                <a:gd name="csX38" fmla="*/ 258498 w 2965722"/>
                <a:gd name="csY38" fmla="*/ 1275604 h 1600200"/>
                <a:gd name="csX39" fmla="*/ 517902 w 2965722"/>
                <a:gd name="csY39" fmla="*/ 1367415 h 1600200"/>
                <a:gd name="csX40" fmla="*/ 763461 w 2965722"/>
                <a:gd name="csY40" fmla="*/ 1279976 h 1600200"/>
                <a:gd name="csX41" fmla="*/ 854544 w 2965722"/>
                <a:gd name="csY41" fmla="*/ 1030773 h 1600200"/>
                <a:gd name="csX42" fmla="*/ 854544 w 2965722"/>
                <a:gd name="csY42" fmla="*/ 334172 h 1600200"/>
                <a:gd name="csX43" fmla="*/ 1959680 w 2965722"/>
                <a:gd name="csY43" fmla="*/ 278794 h 1600200"/>
                <a:gd name="csX44" fmla="*/ 1959680 w 2965722"/>
                <a:gd name="csY44" fmla="*/ 1357214 h 1600200"/>
                <a:gd name="csX45" fmla="*/ 2208883 w 2965722"/>
                <a:gd name="csY45" fmla="*/ 1357214 h 1600200"/>
                <a:gd name="csX46" fmla="*/ 2208883 w 2965722"/>
                <a:gd name="csY46" fmla="*/ 1243543 h 1600200"/>
                <a:gd name="csX47" fmla="*/ 2309438 w 2965722"/>
                <a:gd name="csY47" fmla="*/ 1334626 h 1600200"/>
                <a:gd name="csX48" fmla="*/ 2459543 w 2965722"/>
                <a:gd name="csY48" fmla="*/ 1368873 h 1600200"/>
                <a:gd name="csX49" fmla="*/ 2641708 w 2965722"/>
                <a:gd name="csY49" fmla="*/ 1317138 h 1600200"/>
                <a:gd name="csX50" fmla="*/ 2770682 w 2965722"/>
                <a:gd name="csY50" fmla="*/ 1169948 h 1600200"/>
                <a:gd name="csX51" fmla="*/ 2818045 w 2965722"/>
                <a:gd name="csY51" fmla="*/ 949163 h 1600200"/>
                <a:gd name="csX52" fmla="*/ 2770682 w 2965722"/>
                <a:gd name="csY52" fmla="*/ 729107 h 1600200"/>
                <a:gd name="csX53" fmla="*/ 2641708 w 2965722"/>
                <a:gd name="csY53" fmla="*/ 583375 h 1600200"/>
                <a:gd name="csX54" fmla="*/ 2459543 w 2965722"/>
                <a:gd name="csY54" fmla="*/ 532368 h 1600200"/>
                <a:gd name="csX55" fmla="*/ 2309438 w 2965722"/>
                <a:gd name="csY55" fmla="*/ 567344 h 1600200"/>
                <a:gd name="csX56" fmla="*/ 2208883 w 2965722"/>
                <a:gd name="csY56" fmla="*/ 659155 h 1600200"/>
                <a:gd name="csX57" fmla="*/ 2208883 w 2965722"/>
                <a:gd name="csY57" fmla="*/ 278794 h 1600200"/>
                <a:gd name="csX58" fmla="*/ 0 w 2965722"/>
                <a:gd name="csY58" fmla="*/ 0 h 1600200"/>
                <a:gd name="csX59" fmla="*/ 2965722 w 2965722"/>
                <a:gd name="csY59" fmla="*/ 0 h 1600200"/>
                <a:gd name="csX60" fmla="*/ 2965722 w 2965722"/>
                <a:gd name="csY60" fmla="*/ 1600200 h 1600200"/>
                <a:gd name="csX61" fmla="*/ 0 w 2965722"/>
                <a:gd name="csY61" fmla="*/ 1600200 h 1600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</a:cxnLst>
              <a:rect l="l" t="t" r="r" b="b"/>
              <a:pathLst>
                <a:path w="2965722" h="1600200">
                  <a:moveTo>
                    <a:pt x="2385219" y="749510"/>
                  </a:moveTo>
                  <a:cubicBezTo>
                    <a:pt x="2435740" y="749510"/>
                    <a:pt x="2478245" y="767240"/>
                    <a:pt x="2512735" y="802702"/>
                  </a:cubicBezTo>
                  <a:cubicBezTo>
                    <a:pt x="2547225" y="838164"/>
                    <a:pt x="2564470" y="886984"/>
                    <a:pt x="2564470" y="949163"/>
                  </a:cubicBezTo>
                  <a:cubicBezTo>
                    <a:pt x="2564470" y="1011342"/>
                    <a:pt x="2546982" y="1060649"/>
                    <a:pt x="2512006" y="1097082"/>
                  </a:cubicBezTo>
                  <a:cubicBezTo>
                    <a:pt x="2477031" y="1133515"/>
                    <a:pt x="2434768" y="1151731"/>
                    <a:pt x="2385219" y="1151731"/>
                  </a:cubicBezTo>
                  <a:cubicBezTo>
                    <a:pt x="2335670" y="1151731"/>
                    <a:pt x="2293651" y="1133758"/>
                    <a:pt x="2259161" y="1097810"/>
                  </a:cubicBezTo>
                  <a:cubicBezTo>
                    <a:pt x="2224671" y="1061863"/>
                    <a:pt x="2207425" y="1012800"/>
                    <a:pt x="2207425" y="950620"/>
                  </a:cubicBezTo>
                  <a:cubicBezTo>
                    <a:pt x="2207425" y="888441"/>
                    <a:pt x="2224671" y="839378"/>
                    <a:pt x="2259161" y="803431"/>
                  </a:cubicBezTo>
                  <a:cubicBezTo>
                    <a:pt x="2293651" y="767483"/>
                    <a:pt x="2335670" y="749510"/>
                    <a:pt x="2385219" y="749510"/>
                  </a:cubicBezTo>
                  <a:close/>
                  <a:moveTo>
                    <a:pt x="1424597" y="748052"/>
                  </a:moveTo>
                  <a:cubicBezTo>
                    <a:pt x="1472203" y="748052"/>
                    <a:pt x="1512279" y="765540"/>
                    <a:pt x="1544826" y="800516"/>
                  </a:cubicBezTo>
                  <a:cubicBezTo>
                    <a:pt x="1577373" y="835492"/>
                    <a:pt x="1593646" y="885527"/>
                    <a:pt x="1593646" y="950620"/>
                  </a:cubicBezTo>
                  <a:cubicBezTo>
                    <a:pt x="1593646" y="1015714"/>
                    <a:pt x="1576887" y="1065749"/>
                    <a:pt x="1543369" y="1100725"/>
                  </a:cubicBezTo>
                  <a:cubicBezTo>
                    <a:pt x="1509850" y="1135701"/>
                    <a:pt x="1469288" y="1153189"/>
                    <a:pt x="1421682" y="1153189"/>
                  </a:cubicBezTo>
                  <a:cubicBezTo>
                    <a:pt x="1374076" y="1153189"/>
                    <a:pt x="1334485" y="1135701"/>
                    <a:pt x="1302910" y="1100725"/>
                  </a:cubicBezTo>
                  <a:cubicBezTo>
                    <a:pt x="1271335" y="1065749"/>
                    <a:pt x="1255547" y="1015714"/>
                    <a:pt x="1255547" y="950620"/>
                  </a:cubicBezTo>
                  <a:cubicBezTo>
                    <a:pt x="1255547" y="884555"/>
                    <a:pt x="1271578" y="834277"/>
                    <a:pt x="1303639" y="799787"/>
                  </a:cubicBezTo>
                  <a:cubicBezTo>
                    <a:pt x="1335700" y="765297"/>
                    <a:pt x="1376019" y="748052"/>
                    <a:pt x="1424597" y="748052"/>
                  </a:cubicBezTo>
                  <a:close/>
                  <a:moveTo>
                    <a:pt x="1424597" y="532368"/>
                  </a:moveTo>
                  <a:cubicBezTo>
                    <a:pt x="1344929" y="532368"/>
                    <a:pt x="1273035" y="549370"/>
                    <a:pt x="1208913" y="583375"/>
                  </a:cubicBezTo>
                  <a:cubicBezTo>
                    <a:pt x="1144790" y="617379"/>
                    <a:pt x="1094269" y="666199"/>
                    <a:pt x="1057351" y="729836"/>
                  </a:cubicBezTo>
                  <a:cubicBezTo>
                    <a:pt x="1020432" y="793472"/>
                    <a:pt x="1001972" y="867067"/>
                    <a:pt x="1001972" y="950620"/>
                  </a:cubicBezTo>
                  <a:cubicBezTo>
                    <a:pt x="1001972" y="1035145"/>
                    <a:pt x="1020189" y="1108983"/>
                    <a:pt x="1056622" y="1172134"/>
                  </a:cubicBezTo>
                  <a:cubicBezTo>
                    <a:pt x="1093055" y="1235285"/>
                    <a:pt x="1143090" y="1283862"/>
                    <a:pt x="1206726" y="1317866"/>
                  </a:cubicBezTo>
                  <a:cubicBezTo>
                    <a:pt x="1270363" y="1351871"/>
                    <a:pt x="1342015" y="1368873"/>
                    <a:pt x="1421682" y="1368873"/>
                  </a:cubicBezTo>
                  <a:cubicBezTo>
                    <a:pt x="1501349" y="1368873"/>
                    <a:pt x="1573487" y="1351871"/>
                    <a:pt x="1638095" y="1317866"/>
                  </a:cubicBezTo>
                  <a:cubicBezTo>
                    <a:pt x="1702703" y="1283862"/>
                    <a:pt x="1753709" y="1235042"/>
                    <a:pt x="1791114" y="1171405"/>
                  </a:cubicBezTo>
                  <a:cubicBezTo>
                    <a:pt x="1828519" y="1107769"/>
                    <a:pt x="1847221" y="1034174"/>
                    <a:pt x="1847221" y="950620"/>
                  </a:cubicBezTo>
                  <a:cubicBezTo>
                    <a:pt x="1847221" y="867067"/>
                    <a:pt x="1828761" y="793472"/>
                    <a:pt x="1791843" y="729836"/>
                  </a:cubicBezTo>
                  <a:cubicBezTo>
                    <a:pt x="1754924" y="666199"/>
                    <a:pt x="1704403" y="617379"/>
                    <a:pt x="1640281" y="583375"/>
                  </a:cubicBezTo>
                  <a:cubicBezTo>
                    <a:pt x="1576158" y="549370"/>
                    <a:pt x="1504264" y="532368"/>
                    <a:pt x="1424597" y="532368"/>
                  </a:cubicBezTo>
                  <a:close/>
                  <a:moveTo>
                    <a:pt x="605342" y="334172"/>
                  </a:moveTo>
                  <a:lnTo>
                    <a:pt x="605342" y="1030773"/>
                  </a:lnTo>
                  <a:cubicBezTo>
                    <a:pt x="605342" y="1067692"/>
                    <a:pt x="597084" y="1095867"/>
                    <a:pt x="580567" y="1115298"/>
                  </a:cubicBezTo>
                  <a:cubicBezTo>
                    <a:pt x="564051" y="1134729"/>
                    <a:pt x="540734" y="1144445"/>
                    <a:pt x="510616" y="1144445"/>
                  </a:cubicBezTo>
                  <a:cubicBezTo>
                    <a:pt x="477583" y="1144445"/>
                    <a:pt x="452323" y="1133515"/>
                    <a:pt x="434835" y="1111655"/>
                  </a:cubicBezTo>
                  <a:cubicBezTo>
                    <a:pt x="417347" y="1089795"/>
                    <a:pt x="408603" y="1057491"/>
                    <a:pt x="408603" y="1014743"/>
                  </a:cubicBezTo>
                  <a:lnTo>
                    <a:pt x="160858" y="1014743"/>
                  </a:lnTo>
                  <a:cubicBezTo>
                    <a:pt x="160858" y="1127443"/>
                    <a:pt x="193405" y="1214396"/>
                    <a:pt x="258498" y="1275604"/>
                  </a:cubicBezTo>
                  <a:cubicBezTo>
                    <a:pt x="323592" y="1336812"/>
                    <a:pt x="410060" y="1367415"/>
                    <a:pt x="517902" y="1367415"/>
                  </a:cubicBezTo>
                  <a:cubicBezTo>
                    <a:pt x="620887" y="1367415"/>
                    <a:pt x="702740" y="1338269"/>
                    <a:pt x="763461" y="1279976"/>
                  </a:cubicBezTo>
                  <a:cubicBezTo>
                    <a:pt x="824183" y="1221683"/>
                    <a:pt x="854544" y="1138615"/>
                    <a:pt x="854544" y="1030773"/>
                  </a:cubicBezTo>
                  <a:lnTo>
                    <a:pt x="854544" y="334172"/>
                  </a:lnTo>
                  <a:close/>
                  <a:moveTo>
                    <a:pt x="1959680" y="278794"/>
                  </a:moveTo>
                  <a:lnTo>
                    <a:pt x="1959680" y="1357214"/>
                  </a:lnTo>
                  <a:lnTo>
                    <a:pt x="2208883" y="1357214"/>
                  </a:lnTo>
                  <a:lnTo>
                    <a:pt x="2208883" y="1243543"/>
                  </a:lnTo>
                  <a:cubicBezTo>
                    <a:pt x="2233172" y="1281433"/>
                    <a:pt x="2266690" y="1311794"/>
                    <a:pt x="2309438" y="1334626"/>
                  </a:cubicBezTo>
                  <a:cubicBezTo>
                    <a:pt x="2352187" y="1357457"/>
                    <a:pt x="2402221" y="1368873"/>
                    <a:pt x="2459543" y="1368873"/>
                  </a:cubicBezTo>
                  <a:cubicBezTo>
                    <a:pt x="2526580" y="1368873"/>
                    <a:pt x="2587302" y="1351628"/>
                    <a:pt x="2641708" y="1317138"/>
                  </a:cubicBezTo>
                  <a:cubicBezTo>
                    <a:pt x="2696115" y="1282648"/>
                    <a:pt x="2739106" y="1233584"/>
                    <a:pt x="2770682" y="1169948"/>
                  </a:cubicBezTo>
                  <a:cubicBezTo>
                    <a:pt x="2802257" y="1106311"/>
                    <a:pt x="2818045" y="1032717"/>
                    <a:pt x="2818045" y="949163"/>
                  </a:cubicBezTo>
                  <a:cubicBezTo>
                    <a:pt x="2818045" y="865610"/>
                    <a:pt x="2802257" y="792258"/>
                    <a:pt x="2770682" y="729107"/>
                  </a:cubicBezTo>
                  <a:cubicBezTo>
                    <a:pt x="2739106" y="665956"/>
                    <a:pt x="2696115" y="617379"/>
                    <a:pt x="2641708" y="583375"/>
                  </a:cubicBezTo>
                  <a:cubicBezTo>
                    <a:pt x="2587302" y="549370"/>
                    <a:pt x="2526580" y="532368"/>
                    <a:pt x="2459543" y="532368"/>
                  </a:cubicBezTo>
                  <a:cubicBezTo>
                    <a:pt x="2403193" y="532368"/>
                    <a:pt x="2353158" y="544027"/>
                    <a:pt x="2309438" y="567344"/>
                  </a:cubicBezTo>
                  <a:cubicBezTo>
                    <a:pt x="2265719" y="590661"/>
                    <a:pt x="2232200" y="621265"/>
                    <a:pt x="2208883" y="659155"/>
                  </a:cubicBezTo>
                  <a:lnTo>
                    <a:pt x="2208883" y="278794"/>
                  </a:lnTo>
                  <a:close/>
                  <a:moveTo>
                    <a:pt x="0" y="0"/>
                  </a:moveTo>
                  <a:lnTo>
                    <a:pt x="2965722" y="0"/>
                  </a:lnTo>
                  <a:lnTo>
                    <a:pt x="2965722" y="1600200"/>
                  </a:lnTo>
                  <a:lnTo>
                    <a:pt x="0" y="1600200"/>
                  </a:lnTo>
                  <a:close/>
                </a:path>
              </a:pathLst>
            </a:custGeom>
            <a:solidFill>
              <a:srgbClr val="0189D3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11500" b="1" dirty="0">
                <a:solidFill>
                  <a:srgbClr val="01005D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9FB2B0D-3332-4D49-37EC-4C32A840E6E9}"/>
                </a:ext>
              </a:extLst>
            </p:cNvPr>
            <p:cNvSpPr txBox="1"/>
            <p:nvPr/>
          </p:nvSpPr>
          <p:spPr>
            <a:xfrm>
              <a:off x="3915836" y="2007153"/>
              <a:ext cx="6245316" cy="1600200"/>
            </a:xfrm>
            <a:custGeom>
              <a:avLst/>
              <a:gdLst>
                <a:gd name="csX0" fmla="*/ 5581897 w 6245316"/>
                <a:gd name="csY0" fmla="*/ 749510 h 1600200"/>
                <a:gd name="csX1" fmla="*/ 5707956 w 6245316"/>
                <a:gd name="csY1" fmla="*/ 803431 h 1600200"/>
                <a:gd name="csX2" fmla="*/ 5759691 w 6245316"/>
                <a:gd name="csY2" fmla="*/ 950620 h 1600200"/>
                <a:gd name="csX3" fmla="*/ 5707956 w 6245316"/>
                <a:gd name="csY3" fmla="*/ 1097810 h 1600200"/>
                <a:gd name="csX4" fmla="*/ 5581897 w 6245316"/>
                <a:gd name="csY4" fmla="*/ 1151731 h 1600200"/>
                <a:gd name="csX5" fmla="*/ 5455839 w 6245316"/>
                <a:gd name="csY5" fmla="*/ 1097082 h 1600200"/>
                <a:gd name="csX6" fmla="*/ 5404103 w 6245316"/>
                <a:gd name="csY6" fmla="*/ 949163 h 1600200"/>
                <a:gd name="csX7" fmla="*/ 5455839 w 6245316"/>
                <a:gd name="csY7" fmla="*/ 802702 h 1600200"/>
                <a:gd name="csX8" fmla="*/ 5581897 w 6245316"/>
                <a:gd name="csY8" fmla="*/ 749510 h 1600200"/>
                <a:gd name="csX9" fmla="*/ 2896628 w 6245316"/>
                <a:gd name="csY9" fmla="*/ 748052 h 1600200"/>
                <a:gd name="csX10" fmla="*/ 3016858 w 6245316"/>
                <a:gd name="csY10" fmla="*/ 800516 h 1600200"/>
                <a:gd name="csX11" fmla="*/ 3065678 w 6245316"/>
                <a:gd name="csY11" fmla="*/ 950620 h 1600200"/>
                <a:gd name="csX12" fmla="*/ 3015401 w 6245316"/>
                <a:gd name="csY12" fmla="*/ 1100725 h 1600200"/>
                <a:gd name="csX13" fmla="*/ 2893714 w 6245316"/>
                <a:gd name="csY13" fmla="*/ 1153189 h 1600200"/>
                <a:gd name="csX14" fmla="*/ 2774942 w 6245316"/>
                <a:gd name="csY14" fmla="*/ 1100725 h 1600200"/>
                <a:gd name="csX15" fmla="*/ 2727579 w 6245316"/>
                <a:gd name="csY15" fmla="*/ 950620 h 1600200"/>
                <a:gd name="csX16" fmla="*/ 2775671 w 6245316"/>
                <a:gd name="csY16" fmla="*/ 799787 h 1600200"/>
                <a:gd name="csX17" fmla="*/ 2896628 w 6245316"/>
                <a:gd name="csY17" fmla="*/ 748052 h 1600200"/>
                <a:gd name="csX18" fmla="*/ 4663230 w 6245316"/>
                <a:gd name="csY18" fmla="*/ 732022 h 1600200"/>
                <a:gd name="csX19" fmla="*/ 4772529 w 6245316"/>
                <a:gd name="csY19" fmla="*/ 769912 h 1600200"/>
                <a:gd name="csX20" fmla="*/ 4816249 w 6245316"/>
                <a:gd name="csY20" fmla="*/ 871925 h 1600200"/>
                <a:gd name="csX21" fmla="*/ 4504381 w 6245316"/>
                <a:gd name="csY21" fmla="*/ 871925 h 1600200"/>
                <a:gd name="csX22" fmla="*/ 4557574 w 6245316"/>
                <a:gd name="csY22" fmla="*/ 768455 h 1600200"/>
                <a:gd name="csX23" fmla="*/ 4663230 w 6245316"/>
                <a:gd name="csY23" fmla="*/ 732022 h 1600200"/>
                <a:gd name="csX24" fmla="*/ 2408663 w 6245316"/>
                <a:gd name="csY24" fmla="*/ 535283 h 1600200"/>
                <a:gd name="csX25" fmla="*/ 2262930 w 6245316"/>
                <a:gd name="csY25" fmla="*/ 573902 h 1600200"/>
                <a:gd name="csX26" fmla="*/ 2153631 w 6245316"/>
                <a:gd name="csY26" fmla="*/ 679558 h 1600200"/>
                <a:gd name="csX27" fmla="*/ 2153631 w 6245316"/>
                <a:gd name="csY27" fmla="*/ 544027 h 1600200"/>
                <a:gd name="csX28" fmla="*/ 1904428 w 6245316"/>
                <a:gd name="csY28" fmla="*/ 544027 h 1600200"/>
                <a:gd name="csX29" fmla="*/ 1904428 w 6245316"/>
                <a:gd name="csY29" fmla="*/ 1357214 h 1600200"/>
                <a:gd name="csX30" fmla="*/ 2153631 w 6245316"/>
                <a:gd name="csY30" fmla="*/ 1357214 h 1600200"/>
                <a:gd name="csX31" fmla="*/ 2153631 w 6245316"/>
                <a:gd name="csY31" fmla="*/ 979767 h 1600200"/>
                <a:gd name="csX32" fmla="*/ 2200265 w 6245316"/>
                <a:gd name="csY32" fmla="*/ 839135 h 1600200"/>
                <a:gd name="csX33" fmla="*/ 2340169 w 6245316"/>
                <a:gd name="csY33" fmla="*/ 799059 h 1600200"/>
                <a:gd name="csX34" fmla="*/ 2408663 w 6245316"/>
                <a:gd name="csY34" fmla="*/ 799059 h 1600200"/>
                <a:gd name="csX35" fmla="*/ 4666145 w 6245316"/>
                <a:gd name="csY35" fmla="*/ 532368 h 1600200"/>
                <a:gd name="csX36" fmla="*/ 4451918 w 6245316"/>
                <a:gd name="csY36" fmla="*/ 583375 h 1600200"/>
                <a:gd name="csX37" fmla="*/ 4306914 w 6245316"/>
                <a:gd name="csY37" fmla="*/ 729107 h 1600200"/>
                <a:gd name="csX38" fmla="*/ 4255179 w 6245316"/>
                <a:gd name="csY38" fmla="*/ 950620 h 1600200"/>
                <a:gd name="csX39" fmla="*/ 4307643 w 6245316"/>
                <a:gd name="csY39" fmla="*/ 1172134 h 1600200"/>
                <a:gd name="csX40" fmla="*/ 4453375 w 6245316"/>
                <a:gd name="csY40" fmla="*/ 1317866 h 1600200"/>
                <a:gd name="csX41" fmla="*/ 4666145 w 6245316"/>
                <a:gd name="csY41" fmla="*/ 1368873 h 1600200"/>
                <a:gd name="csX42" fmla="*/ 4845395 w 6245316"/>
                <a:gd name="csY42" fmla="*/ 1332440 h 1600200"/>
                <a:gd name="csX43" fmla="*/ 4978741 w 6245316"/>
                <a:gd name="csY43" fmla="*/ 1231884 h 1600200"/>
                <a:gd name="csX44" fmla="*/ 5052335 w 6245316"/>
                <a:gd name="csY44" fmla="*/ 1087609 h 1600200"/>
                <a:gd name="csX45" fmla="*/ 4787103 w 6245316"/>
                <a:gd name="csY45" fmla="*/ 1087609 h 1600200"/>
                <a:gd name="csX46" fmla="*/ 4657401 w 6245316"/>
                <a:gd name="csY46" fmla="*/ 1166305 h 1600200"/>
                <a:gd name="csX47" fmla="*/ 4551745 w 6245316"/>
                <a:gd name="csY47" fmla="*/ 1126228 h 1600200"/>
                <a:gd name="csX48" fmla="*/ 4502925 w 6245316"/>
                <a:gd name="csY48" fmla="*/ 1010371 h 1600200"/>
                <a:gd name="csX49" fmla="*/ 5066909 w 6245316"/>
                <a:gd name="csY49" fmla="*/ 1010371 h 1600200"/>
                <a:gd name="csX50" fmla="*/ 5071281 w 6245316"/>
                <a:gd name="csY50" fmla="*/ 937505 h 1600200"/>
                <a:gd name="csX51" fmla="*/ 5019545 w 6245316"/>
                <a:gd name="csY51" fmla="*/ 723278 h 1600200"/>
                <a:gd name="csX52" fmla="*/ 4875999 w 6245316"/>
                <a:gd name="csY52" fmla="*/ 581917 h 1600200"/>
                <a:gd name="csX53" fmla="*/ 4666145 w 6245316"/>
                <a:gd name="csY53" fmla="*/ 532368 h 1600200"/>
                <a:gd name="csX54" fmla="*/ 2896628 w 6245316"/>
                <a:gd name="csY54" fmla="*/ 532368 h 1600200"/>
                <a:gd name="csX55" fmla="*/ 2680945 w 6245316"/>
                <a:gd name="csY55" fmla="*/ 583375 h 1600200"/>
                <a:gd name="csX56" fmla="*/ 2529383 w 6245316"/>
                <a:gd name="csY56" fmla="*/ 729836 h 1600200"/>
                <a:gd name="csX57" fmla="*/ 2474004 w 6245316"/>
                <a:gd name="csY57" fmla="*/ 950620 h 1600200"/>
                <a:gd name="csX58" fmla="*/ 2528654 w 6245316"/>
                <a:gd name="csY58" fmla="*/ 1172134 h 1600200"/>
                <a:gd name="csX59" fmla="*/ 2678758 w 6245316"/>
                <a:gd name="csY59" fmla="*/ 1317866 h 1600200"/>
                <a:gd name="csX60" fmla="*/ 2893714 w 6245316"/>
                <a:gd name="csY60" fmla="*/ 1368873 h 1600200"/>
                <a:gd name="csX61" fmla="*/ 3110127 w 6245316"/>
                <a:gd name="csY61" fmla="*/ 1317866 h 1600200"/>
                <a:gd name="csX62" fmla="*/ 3263146 w 6245316"/>
                <a:gd name="csY62" fmla="*/ 1171405 h 1600200"/>
                <a:gd name="csX63" fmla="*/ 3319253 w 6245316"/>
                <a:gd name="csY63" fmla="*/ 950620 h 1600200"/>
                <a:gd name="csX64" fmla="*/ 3263874 w 6245316"/>
                <a:gd name="csY64" fmla="*/ 729836 h 1600200"/>
                <a:gd name="csX65" fmla="*/ 3112313 w 6245316"/>
                <a:gd name="csY65" fmla="*/ 583375 h 1600200"/>
                <a:gd name="csX66" fmla="*/ 2896628 w 6245316"/>
                <a:gd name="csY66" fmla="*/ 532368 h 1600200"/>
                <a:gd name="csX67" fmla="*/ 1377105 w 6245316"/>
                <a:gd name="csY67" fmla="*/ 532368 h 1600200"/>
                <a:gd name="csX68" fmla="*/ 1165065 w 6245316"/>
                <a:gd name="csY68" fmla="*/ 583375 h 1600200"/>
                <a:gd name="csX69" fmla="*/ 1020789 w 6245316"/>
                <a:gd name="csY69" fmla="*/ 729107 h 1600200"/>
                <a:gd name="csX70" fmla="*/ 969054 w 6245316"/>
                <a:gd name="csY70" fmla="*/ 950620 h 1600200"/>
                <a:gd name="csX71" fmla="*/ 1020789 w 6245316"/>
                <a:gd name="csY71" fmla="*/ 1172134 h 1600200"/>
                <a:gd name="csX72" fmla="*/ 1165065 w 6245316"/>
                <a:gd name="csY72" fmla="*/ 1317866 h 1600200"/>
                <a:gd name="csX73" fmla="*/ 1377105 w 6245316"/>
                <a:gd name="csY73" fmla="*/ 1368873 h 1600200"/>
                <a:gd name="csX74" fmla="*/ 1632137 w 6245316"/>
                <a:gd name="csY74" fmla="*/ 1287263 h 1600200"/>
                <a:gd name="csX75" fmla="*/ 1767669 w 6245316"/>
                <a:gd name="csY75" fmla="*/ 1062835 h 1600200"/>
                <a:gd name="csX76" fmla="*/ 1502435 w 6245316"/>
                <a:gd name="csY76" fmla="*/ 1062835 h 1600200"/>
                <a:gd name="csX77" fmla="*/ 1372733 w 6245316"/>
                <a:gd name="csY77" fmla="*/ 1156103 h 1600200"/>
                <a:gd name="csX78" fmla="*/ 1263434 w 6245316"/>
                <a:gd name="csY78" fmla="*/ 1102911 h 1600200"/>
                <a:gd name="csX79" fmla="*/ 1222629 w 6245316"/>
                <a:gd name="csY79" fmla="*/ 950620 h 1600200"/>
                <a:gd name="csX80" fmla="*/ 1263434 w 6245316"/>
                <a:gd name="csY80" fmla="*/ 798330 h 1600200"/>
                <a:gd name="csX81" fmla="*/ 1372733 w 6245316"/>
                <a:gd name="csY81" fmla="*/ 745138 h 1600200"/>
                <a:gd name="csX82" fmla="*/ 1502435 w 6245316"/>
                <a:gd name="csY82" fmla="*/ 838406 h 1600200"/>
                <a:gd name="csX83" fmla="*/ 1767669 w 6245316"/>
                <a:gd name="csY83" fmla="*/ 838406 h 1600200"/>
                <a:gd name="csX84" fmla="*/ 1632866 w 6245316"/>
                <a:gd name="csY84" fmla="*/ 612521 h 1600200"/>
                <a:gd name="csX85" fmla="*/ 1377105 w 6245316"/>
                <a:gd name="csY85" fmla="*/ 532368 h 1600200"/>
                <a:gd name="csX86" fmla="*/ 470097 w 6245316"/>
                <a:gd name="csY86" fmla="*/ 319598 h 1600200"/>
                <a:gd name="csX87" fmla="*/ 200492 w 6245316"/>
                <a:gd name="csY87" fmla="*/ 400479 h 1600200"/>
                <a:gd name="csX88" fmla="*/ 97021 w 6245316"/>
                <a:gd name="csY88" fmla="*/ 624179 h 1600200"/>
                <a:gd name="csX89" fmla="*/ 142199 w 6245316"/>
                <a:gd name="csY89" fmla="*/ 780113 h 1600200"/>
                <a:gd name="csX90" fmla="*/ 250041 w 6245316"/>
                <a:gd name="csY90" fmla="*/ 870467 h 1600200"/>
                <a:gd name="csX91" fmla="*/ 411804 w 6245316"/>
                <a:gd name="csY91" fmla="*/ 931674 h 1600200"/>
                <a:gd name="csX92" fmla="*/ 517460 w 6245316"/>
                <a:gd name="csY92" fmla="*/ 968107 h 1600200"/>
                <a:gd name="csX93" fmla="*/ 580125 w 6245316"/>
                <a:gd name="csY93" fmla="*/ 1008912 h 1600200"/>
                <a:gd name="csX94" fmla="*/ 605628 w 6245316"/>
                <a:gd name="csY94" fmla="*/ 1071577 h 1600200"/>
                <a:gd name="csX95" fmla="*/ 573567 w 6245316"/>
                <a:gd name="csY95" fmla="*/ 1142258 h 1600200"/>
                <a:gd name="csX96" fmla="*/ 486127 w 6245316"/>
                <a:gd name="csY96" fmla="*/ 1167761 h 1600200"/>
                <a:gd name="csX97" fmla="*/ 398688 w 6245316"/>
                <a:gd name="csY97" fmla="*/ 1137886 h 1600200"/>
                <a:gd name="csX98" fmla="*/ 359340 w 6245316"/>
                <a:gd name="csY98" fmla="*/ 1051175 h 1600200"/>
                <a:gd name="csX99" fmla="*/ 94107 w 6245316"/>
                <a:gd name="csY99" fmla="*/ 1051175 h 1600200"/>
                <a:gd name="csX100" fmla="*/ 150214 w 6245316"/>
                <a:gd name="csY100" fmla="*/ 1223139 h 1600200"/>
                <a:gd name="csX101" fmla="*/ 292303 w 6245316"/>
                <a:gd name="csY101" fmla="*/ 1330981 h 1600200"/>
                <a:gd name="csX102" fmla="*/ 493414 w 6245316"/>
                <a:gd name="csY102" fmla="*/ 1367414 h 1600200"/>
                <a:gd name="csX103" fmla="*/ 693067 w 6245316"/>
                <a:gd name="csY103" fmla="*/ 1325152 h 1600200"/>
                <a:gd name="csX104" fmla="*/ 822041 w 6245316"/>
                <a:gd name="csY104" fmla="*/ 1211481 h 1600200"/>
                <a:gd name="csX105" fmla="*/ 866489 w 6245316"/>
                <a:gd name="csY105" fmla="*/ 1052632 h 1600200"/>
                <a:gd name="csX106" fmla="*/ 821312 w 6245316"/>
                <a:gd name="csY106" fmla="*/ 902528 h 1600200"/>
                <a:gd name="csX107" fmla="*/ 714199 w 6245316"/>
                <a:gd name="csY107" fmla="*/ 813631 h 1600200"/>
                <a:gd name="csX108" fmla="*/ 553164 w 6245316"/>
                <a:gd name="csY108" fmla="*/ 749509 h 1600200"/>
                <a:gd name="csX109" fmla="*/ 407432 w 6245316"/>
                <a:gd name="csY109" fmla="*/ 689758 h 1600200"/>
                <a:gd name="csX110" fmla="*/ 360797 w 6245316"/>
                <a:gd name="csY110" fmla="*/ 612520 h 1600200"/>
                <a:gd name="csX111" fmla="*/ 388487 w 6245316"/>
                <a:gd name="csY111" fmla="*/ 543297 h 1600200"/>
                <a:gd name="csX112" fmla="*/ 461353 w 6245316"/>
                <a:gd name="csY112" fmla="*/ 519251 h 1600200"/>
                <a:gd name="csX113" fmla="*/ 547335 w 6245316"/>
                <a:gd name="csY113" fmla="*/ 547669 h 1600200"/>
                <a:gd name="csX114" fmla="*/ 583768 w 6245316"/>
                <a:gd name="csY114" fmla="*/ 625636 h 1600200"/>
                <a:gd name="csX115" fmla="*/ 853373 w 6245316"/>
                <a:gd name="csY115" fmla="*/ 625636 h 1600200"/>
                <a:gd name="csX116" fmla="*/ 742617 w 6245316"/>
                <a:gd name="csY116" fmla="*/ 400479 h 1600200"/>
                <a:gd name="csX117" fmla="*/ 470097 w 6245316"/>
                <a:gd name="csY117" fmla="*/ 319598 h 1600200"/>
                <a:gd name="csX118" fmla="*/ 5759691 w 6245316"/>
                <a:gd name="csY118" fmla="*/ 278794 h 1600200"/>
                <a:gd name="csX119" fmla="*/ 5759691 w 6245316"/>
                <a:gd name="csY119" fmla="*/ 656241 h 1600200"/>
                <a:gd name="csX120" fmla="*/ 5655492 w 6245316"/>
                <a:gd name="csY120" fmla="*/ 565887 h 1600200"/>
                <a:gd name="csX121" fmla="*/ 5509031 w 6245316"/>
                <a:gd name="csY121" fmla="*/ 532368 h 1600200"/>
                <a:gd name="csX122" fmla="*/ 5326865 w 6245316"/>
                <a:gd name="csY122" fmla="*/ 583375 h 1600200"/>
                <a:gd name="csX123" fmla="*/ 5197892 w 6245316"/>
                <a:gd name="csY123" fmla="*/ 729107 h 1600200"/>
                <a:gd name="csX124" fmla="*/ 5150529 w 6245316"/>
                <a:gd name="csY124" fmla="*/ 949163 h 1600200"/>
                <a:gd name="csX125" fmla="*/ 5197892 w 6245316"/>
                <a:gd name="csY125" fmla="*/ 1169948 h 1600200"/>
                <a:gd name="csX126" fmla="*/ 5326865 w 6245316"/>
                <a:gd name="csY126" fmla="*/ 1317138 h 1600200"/>
                <a:gd name="csX127" fmla="*/ 5509031 w 6245316"/>
                <a:gd name="csY127" fmla="*/ 1368873 h 1600200"/>
                <a:gd name="csX128" fmla="*/ 5659864 w 6245316"/>
                <a:gd name="csY128" fmla="*/ 1333897 h 1600200"/>
                <a:gd name="csX129" fmla="*/ 5759691 w 6245316"/>
                <a:gd name="csY129" fmla="*/ 1240628 h 1600200"/>
                <a:gd name="csX130" fmla="*/ 5759691 w 6245316"/>
                <a:gd name="csY130" fmla="*/ 1357214 h 1600200"/>
                <a:gd name="csX131" fmla="*/ 6008893 w 6245316"/>
                <a:gd name="csY131" fmla="*/ 1357214 h 1600200"/>
                <a:gd name="csX132" fmla="*/ 6008893 w 6245316"/>
                <a:gd name="csY132" fmla="*/ 278794 h 1600200"/>
                <a:gd name="csX133" fmla="*/ 3876103 w 6245316"/>
                <a:gd name="csY133" fmla="*/ 278793 h 1600200"/>
                <a:gd name="csX134" fmla="*/ 3876103 w 6245316"/>
                <a:gd name="csY134" fmla="*/ 1357213 h 1600200"/>
                <a:gd name="csX135" fmla="*/ 4125306 w 6245316"/>
                <a:gd name="csY135" fmla="*/ 1357213 h 1600200"/>
                <a:gd name="csX136" fmla="*/ 4125306 w 6245316"/>
                <a:gd name="csY136" fmla="*/ 278793 h 1600200"/>
                <a:gd name="csX137" fmla="*/ 3447478 w 6245316"/>
                <a:gd name="csY137" fmla="*/ 278793 h 1600200"/>
                <a:gd name="csX138" fmla="*/ 3447478 w 6245316"/>
                <a:gd name="csY138" fmla="*/ 1357213 h 1600200"/>
                <a:gd name="csX139" fmla="*/ 3696681 w 6245316"/>
                <a:gd name="csY139" fmla="*/ 1357213 h 1600200"/>
                <a:gd name="csX140" fmla="*/ 3696681 w 6245316"/>
                <a:gd name="csY140" fmla="*/ 278793 h 1600200"/>
                <a:gd name="csX141" fmla="*/ 0 w 6245316"/>
                <a:gd name="csY141" fmla="*/ 0 h 1600200"/>
                <a:gd name="csX142" fmla="*/ 6245316 w 6245316"/>
                <a:gd name="csY142" fmla="*/ 0 h 1600200"/>
                <a:gd name="csX143" fmla="*/ 6245316 w 6245316"/>
                <a:gd name="csY143" fmla="*/ 1600200 h 1600200"/>
                <a:gd name="csX144" fmla="*/ 0 w 6245316"/>
                <a:gd name="csY144" fmla="*/ 1600200 h 1600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</a:cxnLst>
              <a:rect l="l" t="t" r="r" b="b"/>
              <a:pathLst>
                <a:path w="6245316" h="1600200">
                  <a:moveTo>
                    <a:pt x="5581897" y="749510"/>
                  </a:moveTo>
                  <a:cubicBezTo>
                    <a:pt x="5631446" y="749510"/>
                    <a:pt x="5673465" y="767483"/>
                    <a:pt x="5707956" y="803431"/>
                  </a:cubicBezTo>
                  <a:cubicBezTo>
                    <a:pt x="5742445" y="839378"/>
                    <a:pt x="5759691" y="888441"/>
                    <a:pt x="5759691" y="950620"/>
                  </a:cubicBezTo>
                  <a:cubicBezTo>
                    <a:pt x="5759691" y="1012800"/>
                    <a:pt x="5742445" y="1061863"/>
                    <a:pt x="5707956" y="1097810"/>
                  </a:cubicBezTo>
                  <a:cubicBezTo>
                    <a:pt x="5673465" y="1133758"/>
                    <a:pt x="5631446" y="1151731"/>
                    <a:pt x="5581897" y="1151731"/>
                  </a:cubicBezTo>
                  <a:cubicBezTo>
                    <a:pt x="5532348" y="1151731"/>
                    <a:pt x="5490329" y="1133515"/>
                    <a:pt x="5455839" y="1097082"/>
                  </a:cubicBezTo>
                  <a:cubicBezTo>
                    <a:pt x="5421349" y="1060649"/>
                    <a:pt x="5404103" y="1011342"/>
                    <a:pt x="5404103" y="949163"/>
                  </a:cubicBezTo>
                  <a:cubicBezTo>
                    <a:pt x="5404103" y="886984"/>
                    <a:pt x="5421349" y="838164"/>
                    <a:pt x="5455839" y="802702"/>
                  </a:cubicBezTo>
                  <a:cubicBezTo>
                    <a:pt x="5490329" y="767240"/>
                    <a:pt x="5532348" y="749510"/>
                    <a:pt x="5581897" y="749510"/>
                  </a:cubicBezTo>
                  <a:close/>
                  <a:moveTo>
                    <a:pt x="2896628" y="748052"/>
                  </a:moveTo>
                  <a:cubicBezTo>
                    <a:pt x="2944235" y="748052"/>
                    <a:pt x="2984311" y="765540"/>
                    <a:pt x="3016858" y="800516"/>
                  </a:cubicBezTo>
                  <a:cubicBezTo>
                    <a:pt x="3049405" y="835492"/>
                    <a:pt x="3065678" y="885527"/>
                    <a:pt x="3065678" y="950620"/>
                  </a:cubicBezTo>
                  <a:cubicBezTo>
                    <a:pt x="3065678" y="1015714"/>
                    <a:pt x="3048919" y="1065749"/>
                    <a:pt x="3015401" y="1100725"/>
                  </a:cubicBezTo>
                  <a:cubicBezTo>
                    <a:pt x="2981882" y="1135701"/>
                    <a:pt x="2941320" y="1153189"/>
                    <a:pt x="2893714" y="1153189"/>
                  </a:cubicBezTo>
                  <a:cubicBezTo>
                    <a:pt x="2846108" y="1153189"/>
                    <a:pt x="2806517" y="1135701"/>
                    <a:pt x="2774942" y="1100725"/>
                  </a:cubicBezTo>
                  <a:cubicBezTo>
                    <a:pt x="2743367" y="1065749"/>
                    <a:pt x="2727579" y="1015714"/>
                    <a:pt x="2727579" y="950620"/>
                  </a:cubicBezTo>
                  <a:cubicBezTo>
                    <a:pt x="2727579" y="884555"/>
                    <a:pt x="2743609" y="834277"/>
                    <a:pt x="2775671" y="799787"/>
                  </a:cubicBezTo>
                  <a:cubicBezTo>
                    <a:pt x="2807732" y="765297"/>
                    <a:pt x="2848051" y="748052"/>
                    <a:pt x="2896628" y="748052"/>
                  </a:cubicBezTo>
                  <a:close/>
                  <a:moveTo>
                    <a:pt x="4663230" y="732022"/>
                  </a:moveTo>
                  <a:cubicBezTo>
                    <a:pt x="4706950" y="732022"/>
                    <a:pt x="4743383" y="744652"/>
                    <a:pt x="4772529" y="769912"/>
                  </a:cubicBezTo>
                  <a:cubicBezTo>
                    <a:pt x="4801676" y="795172"/>
                    <a:pt x="4816249" y="829177"/>
                    <a:pt x="4816249" y="871925"/>
                  </a:cubicBezTo>
                  <a:lnTo>
                    <a:pt x="4504381" y="871925"/>
                  </a:lnTo>
                  <a:cubicBezTo>
                    <a:pt x="4511183" y="827234"/>
                    <a:pt x="4528913" y="792744"/>
                    <a:pt x="4557574" y="768455"/>
                  </a:cubicBezTo>
                  <a:cubicBezTo>
                    <a:pt x="4586235" y="744166"/>
                    <a:pt x="4621453" y="732022"/>
                    <a:pt x="4663230" y="732022"/>
                  </a:cubicBezTo>
                  <a:close/>
                  <a:moveTo>
                    <a:pt x="2408663" y="535283"/>
                  </a:moveTo>
                  <a:cubicBezTo>
                    <a:pt x="2355228" y="535283"/>
                    <a:pt x="2306650" y="548156"/>
                    <a:pt x="2262930" y="573902"/>
                  </a:cubicBezTo>
                  <a:cubicBezTo>
                    <a:pt x="2219211" y="599648"/>
                    <a:pt x="2182777" y="634867"/>
                    <a:pt x="2153631" y="679558"/>
                  </a:cubicBezTo>
                  <a:lnTo>
                    <a:pt x="2153631" y="544027"/>
                  </a:lnTo>
                  <a:lnTo>
                    <a:pt x="1904428" y="544027"/>
                  </a:lnTo>
                  <a:lnTo>
                    <a:pt x="1904428" y="1357214"/>
                  </a:lnTo>
                  <a:lnTo>
                    <a:pt x="2153631" y="1357214"/>
                  </a:lnTo>
                  <a:lnTo>
                    <a:pt x="2153631" y="979767"/>
                  </a:lnTo>
                  <a:cubicBezTo>
                    <a:pt x="2153631" y="912730"/>
                    <a:pt x="2169176" y="865853"/>
                    <a:pt x="2200265" y="839135"/>
                  </a:cubicBezTo>
                  <a:cubicBezTo>
                    <a:pt x="2231355" y="812417"/>
                    <a:pt x="2277989" y="799059"/>
                    <a:pt x="2340169" y="799059"/>
                  </a:cubicBezTo>
                  <a:lnTo>
                    <a:pt x="2408663" y="799059"/>
                  </a:lnTo>
                  <a:close/>
                  <a:moveTo>
                    <a:pt x="4666145" y="532368"/>
                  </a:moveTo>
                  <a:cubicBezTo>
                    <a:pt x="4585507" y="532368"/>
                    <a:pt x="4514097" y="549370"/>
                    <a:pt x="4451918" y="583375"/>
                  </a:cubicBezTo>
                  <a:cubicBezTo>
                    <a:pt x="4389739" y="617379"/>
                    <a:pt x="4341405" y="665956"/>
                    <a:pt x="4306914" y="729107"/>
                  </a:cubicBezTo>
                  <a:cubicBezTo>
                    <a:pt x="4272424" y="792258"/>
                    <a:pt x="4255179" y="866096"/>
                    <a:pt x="4255179" y="950620"/>
                  </a:cubicBezTo>
                  <a:cubicBezTo>
                    <a:pt x="4255179" y="1035145"/>
                    <a:pt x="4272667" y="1108983"/>
                    <a:pt x="4307643" y="1172134"/>
                  </a:cubicBezTo>
                  <a:cubicBezTo>
                    <a:pt x="4342619" y="1235285"/>
                    <a:pt x="4391196" y="1283862"/>
                    <a:pt x="4453375" y="1317866"/>
                  </a:cubicBezTo>
                  <a:cubicBezTo>
                    <a:pt x="4515555" y="1351871"/>
                    <a:pt x="4586477" y="1368873"/>
                    <a:pt x="4666145" y="1368873"/>
                  </a:cubicBezTo>
                  <a:cubicBezTo>
                    <a:pt x="4732210" y="1368873"/>
                    <a:pt x="4791961" y="1356728"/>
                    <a:pt x="4845395" y="1332440"/>
                  </a:cubicBezTo>
                  <a:cubicBezTo>
                    <a:pt x="4898831" y="1308151"/>
                    <a:pt x="4943279" y="1274632"/>
                    <a:pt x="4978741" y="1231884"/>
                  </a:cubicBezTo>
                  <a:cubicBezTo>
                    <a:pt x="5014203" y="1189136"/>
                    <a:pt x="5038734" y="1141044"/>
                    <a:pt x="5052335" y="1087609"/>
                  </a:cubicBezTo>
                  <a:lnTo>
                    <a:pt x="4787103" y="1087609"/>
                  </a:lnTo>
                  <a:cubicBezTo>
                    <a:pt x="4762814" y="1140073"/>
                    <a:pt x="4719580" y="1166305"/>
                    <a:pt x="4657401" y="1166305"/>
                  </a:cubicBezTo>
                  <a:cubicBezTo>
                    <a:pt x="4615624" y="1166305"/>
                    <a:pt x="4580405" y="1152946"/>
                    <a:pt x="4551745" y="1126228"/>
                  </a:cubicBezTo>
                  <a:cubicBezTo>
                    <a:pt x="4523084" y="1099511"/>
                    <a:pt x="4506811" y="1060891"/>
                    <a:pt x="4502925" y="1010371"/>
                  </a:cubicBezTo>
                  <a:lnTo>
                    <a:pt x="5066909" y="1010371"/>
                  </a:lnTo>
                  <a:cubicBezTo>
                    <a:pt x="5069823" y="985111"/>
                    <a:pt x="5071281" y="960822"/>
                    <a:pt x="5071281" y="937505"/>
                  </a:cubicBezTo>
                  <a:cubicBezTo>
                    <a:pt x="5071281" y="855894"/>
                    <a:pt x="5054036" y="784485"/>
                    <a:pt x="5019545" y="723278"/>
                  </a:cubicBezTo>
                  <a:cubicBezTo>
                    <a:pt x="4985056" y="662070"/>
                    <a:pt x="4937207" y="614950"/>
                    <a:pt x="4875999" y="581917"/>
                  </a:cubicBezTo>
                  <a:cubicBezTo>
                    <a:pt x="4814792" y="548884"/>
                    <a:pt x="4744840" y="532368"/>
                    <a:pt x="4666145" y="532368"/>
                  </a:cubicBezTo>
                  <a:close/>
                  <a:moveTo>
                    <a:pt x="2896628" y="532368"/>
                  </a:moveTo>
                  <a:cubicBezTo>
                    <a:pt x="2816962" y="532368"/>
                    <a:pt x="2745067" y="549370"/>
                    <a:pt x="2680945" y="583375"/>
                  </a:cubicBezTo>
                  <a:cubicBezTo>
                    <a:pt x="2616822" y="617379"/>
                    <a:pt x="2566302" y="666199"/>
                    <a:pt x="2529383" y="729836"/>
                  </a:cubicBezTo>
                  <a:cubicBezTo>
                    <a:pt x="2492464" y="793472"/>
                    <a:pt x="2474004" y="867067"/>
                    <a:pt x="2474004" y="950620"/>
                  </a:cubicBezTo>
                  <a:cubicBezTo>
                    <a:pt x="2474004" y="1035145"/>
                    <a:pt x="2492221" y="1108983"/>
                    <a:pt x="2528654" y="1172134"/>
                  </a:cubicBezTo>
                  <a:cubicBezTo>
                    <a:pt x="2565087" y="1235285"/>
                    <a:pt x="2615122" y="1283862"/>
                    <a:pt x="2678758" y="1317866"/>
                  </a:cubicBezTo>
                  <a:cubicBezTo>
                    <a:pt x="2742395" y="1351871"/>
                    <a:pt x="2814047" y="1368873"/>
                    <a:pt x="2893714" y="1368873"/>
                  </a:cubicBezTo>
                  <a:cubicBezTo>
                    <a:pt x="2973381" y="1368873"/>
                    <a:pt x="3045519" y="1351871"/>
                    <a:pt x="3110127" y="1317866"/>
                  </a:cubicBezTo>
                  <a:cubicBezTo>
                    <a:pt x="3174735" y="1283862"/>
                    <a:pt x="3225741" y="1235042"/>
                    <a:pt x="3263146" y="1171405"/>
                  </a:cubicBezTo>
                  <a:cubicBezTo>
                    <a:pt x="3300551" y="1107769"/>
                    <a:pt x="3319253" y="1034174"/>
                    <a:pt x="3319253" y="950620"/>
                  </a:cubicBezTo>
                  <a:cubicBezTo>
                    <a:pt x="3319253" y="867067"/>
                    <a:pt x="3300793" y="793472"/>
                    <a:pt x="3263874" y="729836"/>
                  </a:cubicBezTo>
                  <a:cubicBezTo>
                    <a:pt x="3226956" y="666199"/>
                    <a:pt x="3176435" y="617379"/>
                    <a:pt x="3112313" y="583375"/>
                  </a:cubicBezTo>
                  <a:cubicBezTo>
                    <a:pt x="3048190" y="549370"/>
                    <a:pt x="2976296" y="532368"/>
                    <a:pt x="2896628" y="532368"/>
                  </a:cubicBezTo>
                  <a:close/>
                  <a:moveTo>
                    <a:pt x="1377105" y="532368"/>
                  </a:moveTo>
                  <a:cubicBezTo>
                    <a:pt x="1297438" y="532368"/>
                    <a:pt x="1226758" y="549370"/>
                    <a:pt x="1165065" y="583375"/>
                  </a:cubicBezTo>
                  <a:cubicBezTo>
                    <a:pt x="1103371" y="617379"/>
                    <a:pt x="1055279" y="665956"/>
                    <a:pt x="1020789" y="729107"/>
                  </a:cubicBezTo>
                  <a:cubicBezTo>
                    <a:pt x="986299" y="792258"/>
                    <a:pt x="969054" y="866096"/>
                    <a:pt x="969054" y="950620"/>
                  </a:cubicBezTo>
                  <a:cubicBezTo>
                    <a:pt x="969054" y="1035145"/>
                    <a:pt x="986299" y="1108983"/>
                    <a:pt x="1020789" y="1172134"/>
                  </a:cubicBezTo>
                  <a:cubicBezTo>
                    <a:pt x="1055279" y="1235285"/>
                    <a:pt x="1103371" y="1283862"/>
                    <a:pt x="1165065" y="1317866"/>
                  </a:cubicBezTo>
                  <a:cubicBezTo>
                    <a:pt x="1226758" y="1351871"/>
                    <a:pt x="1297438" y="1368873"/>
                    <a:pt x="1377105" y="1368873"/>
                  </a:cubicBezTo>
                  <a:cubicBezTo>
                    <a:pt x="1478147" y="1368873"/>
                    <a:pt x="1563157" y="1341669"/>
                    <a:pt x="1632137" y="1287263"/>
                  </a:cubicBezTo>
                  <a:cubicBezTo>
                    <a:pt x="1701117" y="1232856"/>
                    <a:pt x="1746295" y="1158046"/>
                    <a:pt x="1767669" y="1062835"/>
                  </a:cubicBezTo>
                  <a:lnTo>
                    <a:pt x="1502435" y="1062835"/>
                  </a:lnTo>
                  <a:cubicBezTo>
                    <a:pt x="1480090" y="1125014"/>
                    <a:pt x="1436856" y="1156103"/>
                    <a:pt x="1372733" y="1156103"/>
                  </a:cubicBezTo>
                  <a:cubicBezTo>
                    <a:pt x="1327071" y="1156103"/>
                    <a:pt x="1290638" y="1138373"/>
                    <a:pt x="1263434" y="1102911"/>
                  </a:cubicBezTo>
                  <a:cubicBezTo>
                    <a:pt x="1236231" y="1067449"/>
                    <a:pt x="1222629" y="1016686"/>
                    <a:pt x="1222629" y="950620"/>
                  </a:cubicBezTo>
                  <a:cubicBezTo>
                    <a:pt x="1222629" y="884555"/>
                    <a:pt x="1236231" y="833792"/>
                    <a:pt x="1263434" y="798330"/>
                  </a:cubicBezTo>
                  <a:cubicBezTo>
                    <a:pt x="1290638" y="762868"/>
                    <a:pt x="1327071" y="745138"/>
                    <a:pt x="1372733" y="745138"/>
                  </a:cubicBezTo>
                  <a:cubicBezTo>
                    <a:pt x="1436856" y="745138"/>
                    <a:pt x="1480090" y="776227"/>
                    <a:pt x="1502435" y="838406"/>
                  </a:cubicBezTo>
                  <a:lnTo>
                    <a:pt x="1767669" y="838406"/>
                  </a:lnTo>
                  <a:cubicBezTo>
                    <a:pt x="1746295" y="741251"/>
                    <a:pt x="1701360" y="665956"/>
                    <a:pt x="1632866" y="612521"/>
                  </a:cubicBezTo>
                  <a:cubicBezTo>
                    <a:pt x="1564372" y="559086"/>
                    <a:pt x="1479118" y="532368"/>
                    <a:pt x="1377105" y="532368"/>
                  </a:cubicBezTo>
                  <a:close/>
                  <a:moveTo>
                    <a:pt x="470097" y="319598"/>
                  </a:moveTo>
                  <a:cubicBezTo>
                    <a:pt x="359340" y="319598"/>
                    <a:pt x="269472" y="346558"/>
                    <a:pt x="200492" y="400479"/>
                  </a:cubicBezTo>
                  <a:cubicBezTo>
                    <a:pt x="131512" y="454400"/>
                    <a:pt x="97021" y="528967"/>
                    <a:pt x="97021" y="624179"/>
                  </a:cubicBezTo>
                  <a:cubicBezTo>
                    <a:pt x="97021" y="688301"/>
                    <a:pt x="112081" y="740279"/>
                    <a:pt x="142199" y="780113"/>
                  </a:cubicBezTo>
                  <a:cubicBezTo>
                    <a:pt x="172317" y="819946"/>
                    <a:pt x="208264" y="850064"/>
                    <a:pt x="250041" y="870467"/>
                  </a:cubicBezTo>
                  <a:cubicBezTo>
                    <a:pt x="291817" y="890869"/>
                    <a:pt x="345738" y="911272"/>
                    <a:pt x="411804" y="931674"/>
                  </a:cubicBezTo>
                  <a:cubicBezTo>
                    <a:pt x="457467" y="945276"/>
                    <a:pt x="492685" y="957420"/>
                    <a:pt x="517460" y="968107"/>
                  </a:cubicBezTo>
                  <a:cubicBezTo>
                    <a:pt x="542234" y="978794"/>
                    <a:pt x="563123" y="992396"/>
                    <a:pt x="580125" y="1008912"/>
                  </a:cubicBezTo>
                  <a:cubicBezTo>
                    <a:pt x="597127" y="1025429"/>
                    <a:pt x="605628" y="1046317"/>
                    <a:pt x="605628" y="1071577"/>
                  </a:cubicBezTo>
                  <a:cubicBezTo>
                    <a:pt x="605628" y="1101696"/>
                    <a:pt x="594941" y="1125256"/>
                    <a:pt x="573567" y="1142258"/>
                  </a:cubicBezTo>
                  <a:cubicBezTo>
                    <a:pt x="552193" y="1159260"/>
                    <a:pt x="523046" y="1167761"/>
                    <a:pt x="486127" y="1167761"/>
                  </a:cubicBezTo>
                  <a:cubicBezTo>
                    <a:pt x="450180" y="1167761"/>
                    <a:pt x="421034" y="1157803"/>
                    <a:pt x="398688" y="1137886"/>
                  </a:cubicBezTo>
                  <a:cubicBezTo>
                    <a:pt x="376342" y="1117969"/>
                    <a:pt x="363226" y="1089065"/>
                    <a:pt x="359340" y="1051175"/>
                  </a:cubicBezTo>
                  <a:lnTo>
                    <a:pt x="94107" y="1051175"/>
                  </a:lnTo>
                  <a:cubicBezTo>
                    <a:pt x="96050" y="1118212"/>
                    <a:pt x="114752" y="1175533"/>
                    <a:pt x="150214" y="1223139"/>
                  </a:cubicBezTo>
                  <a:cubicBezTo>
                    <a:pt x="185675" y="1270745"/>
                    <a:pt x="233039" y="1306693"/>
                    <a:pt x="292303" y="1330981"/>
                  </a:cubicBezTo>
                  <a:cubicBezTo>
                    <a:pt x="351568" y="1355270"/>
                    <a:pt x="418605" y="1367414"/>
                    <a:pt x="493414" y="1367414"/>
                  </a:cubicBezTo>
                  <a:cubicBezTo>
                    <a:pt x="570166" y="1367414"/>
                    <a:pt x="636718" y="1353327"/>
                    <a:pt x="693067" y="1325152"/>
                  </a:cubicBezTo>
                  <a:cubicBezTo>
                    <a:pt x="749417" y="1296977"/>
                    <a:pt x="792409" y="1259087"/>
                    <a:pt x="822041" y="1211481"/>
                  </a:cubicBezTo>
                  <a:cubicBezTo>
                    <a:pt x="851673" y="1163875"/>
                    <a:pt x="866489" y="1110925"/>
                    <a:pt x="866489" y="1052632"/>
                  </a:cubicBezTo>
                  <a:cubicBezTo>
                    <a:pt x="866489" y="991425"/>
                    <a:pt x="851430" y="941390"/>
                    <a:pt x="821312" y="902528"/>
                  </a:cubicBezTo>
                  <a:cubicBezTo>
                    <a:pt x="791194" y="863666"/>
                    <a:pt x="755490" y="834033"/>
                    <a:pt x="714199" y="813631"/>
                  </a:cubicBezTo>
                  <a:cubicBezTo>
                    <a:pt x="672908" y="793228"/>
                    <a:pt x="619230" y="771854"/>
                    <a:pt x="553164" y="749509"/>
                  </a:cubicBezTo>
                  <a:cubicBezTo>
                    <a:pt x="487099" y="728135"/>
                    <a:pt x="438521" y="708218"/>
                    <a:pt x="407432" y="689758"/>
                  </a:cubicBezTo>
                  <a:cubicBezTo>
                    <a:pt x="376342" y="671299"/>
                    <a:pt x="360797" y="645553"/>
                    <a:pt x="360797" y="612520"/>
                  </a:cubicBezTo>
                  <a:cubicBezTo>
                    <a:pt x="360797" y="582402"/>
                    <a:pt x="370027" y="559328"/>
                    <a:pt x="388487" y="543297"/>
                  </a:cubicBezTo>
                  <a:cubicBezTo>
                    <a:pt x="406946" y="527267"/>
                    <a:pt x="431235" y="519251"/>
                    <a:pt x="461353" y="519251"/>
                  </a:cubicBezTo>
                  <a:cubicBezTo>
                    <a:pt x="496329" y="519251"/>
                    <a:pt x="524989" y="528724"/>
                    <a:pt x="547335" y="547669"/>
                  </a:cubicBezTo>
                  <a:cubicBezTo>
                    <a:pt x="569681" y="566614"/>
                    <a:pt x="581825" y="592603"/>
                    <a:pt x="583768" y="625636"/>
                  </a:cubicBezTo>
                  <a:lnTo>
                    <a:pt x="853373" y="625636"/>
                  </a:lnTo>
                  <a:cubicBezTo>
                    <a:pt x="848516" y="529453"/>
                    <a:pt x="811597" y="454400"/>
                    <a:pt x="742617" y="400479"/>
                  </a:cubicBezTo>
                  <a:cubicBezTo>
                    <a:pt x="673636" y="346558"/>
                    <a:pt x="582797" y="319598"/>
                    <a:pt x="470097" y="319598"/>
                  </a:cubicBezTo>
                  <a:close/>
                  <a:moveTo>
                    <a:pt x="5759691" y="278794"/>
                  </a:moveTo>
                  <a:lnTo>
                    <a:pt x="5759691" y="656241"/>
                  </a:lnTo>
                  <a:cubicBezTo>
                    <a:pt x="5734431" y="618350"/>
                    <a:pt x="5699697" y="588232"/>
                    <a:pt x="5655492" y="565887"/>
                  </a:cubicBezTo>
                  <a:cubicBezTo>
                    <a:pt x="5611287" y="543541"/>
                    <a:pt x="5562467" y="532368"/>
                    <a:pt x="5509031" y="532368"/>
                  </a:cubicBezTo>
                  <a:cubicBezTo>
                    <a:pt x="5441994" y="532368"/>
                    <a:pt x="5381271" y="549370"/>
                    <a:pt x="5326865" y="583375"/>
                  </a:cubicBezTo>
                  <a:cubicBezTo>
                    <a:pt x="5272459" y="617379"/>
                    <a:pt x="5229467" y="665956"/>
                    <a:pt x="5197892" y="729107"/>
                  </a:cubicBezTo>
                  <a:cubicBezTo>
                    <a:pt x="5166316" y="792258"/>
                    <a:pt x="5150529" y="865610"/>
                    <a:pt x="5150529" y="949163"/>
                  </a:cubicBezTo>
                  <a:cubicBezTo>
                    <a:pt x="5150529" y="1032717"/>
                    <a:pt x="5166316" y="1106311"/>
                    <a:pt x="5197892" y="1169948"/>
                  </a:cubicBezTo>
                  <a:cubicBezTo>
                    <a:pt x="5229467" y="1233584"/>
                    <a:pt x="5272459" y="1282648"/>
                    <a:pt x="5326865" y="1317138"/>
                  </a:cubicBezTo>
                  <a:cubicBezTo>
                    <a:pt x="5381271" y="1351628"/>
                    <a:pt x="5441994" y="1368873"/>
                    <a:pt x="5509031" y="1368873"/>
                  </a:cubicBezTo>
                  <a:cubicBezTo>
                    <a:pt x="5566353" y="1368873"/>
                    <a:pt x="5616630" y="1357214"/>
                    <a:pt x="5659864" y="1333897"/>
                  </a:cubicBezTo>
                  <a:cubicBezTo>
                    <a:pt x="5703098" y="1310580"/>
                    <a:pt x="5736373" y="1279490"/>
                    <a:pt x="5759691" y="1240628"/>
                  </a:cubicBezTo>
                  <a:lnTo>
                    <a:pt x="5759691" y="1357214"/>
                  </a:lnTo>
                  <a:lnTo>
                    <a:pt x="6008893" y="1357214"/>
                  </a:lnTo>
                  <a:lnTo>
                    <a:pt x="6008893" y="278794"/>
                  </a:lnTo>
                  <a:close/>
                  <a:moveTo>
                    <a:pt x="3876103" y="278793"/>
                  </a:moveTo>
                  <a:lnTo>
                    <a:pt x="3876103" y="1357213"/>
                  </a:lnTo>
                  <a:lnTo>
                    <a:pt x="4125306" y="1357213"/>
                  </a:lnTo>
                  <a:lnTo>
                    <a:pt x="4125306" y="278793"/>
                  </a:lnTo>
                  <a:close/>
                  <a:moveTo>
                    <a:pt x="3447478" y="278793"/>
                  </a:moveTo>
                  <a:lnTo>
                    <a:pt x="3447478" y="1357213"/>
                  </a:lnTo>
                  <a:lnTo>
                    <a:pt x="3696681" y="1357213"/>
                  </a:lnTo>
                  <a:lnTo>
                    <a:pt x="3696681" y="278793"/>
                  </a:lnTo>
                  <a:close/>
                  <a:moveTo>
                    <a:pt x="0" y="0"/>
                  </a:moveTo>
                  <a:lnTo>
                    <a:pt x="6245316" y="0"/>
                  </a:lnTo>
                  <a:lnTo>
                    <a:pt x="6245316" y="1600200"/>
                  </a:lnTo>
                  <a:lnTo>
                    <a:pt x="0" y="1600200"/>
                  </a:lnTo>
                  <a:close/>
                </a:path>
              </a:pathLst>
            </a:custGeom>
            <a:solidFill>
              <a:srgbClr val="FE026F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11500" b="1" dirty="0">
                <a:solidFill>
                  <a:srgbClr val="01005D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D7979C8-D9BF-9D73-B779-4546AF65B2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4749" y="264073"/>
            <a:ext cx="2857500" cy="16002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4CF52069-EBA7-594C-3876-DF107F3BC441}"/>
              </a:ext>
            </a:extLst>
          </p:cNvPr>
          <p:cNvSpPr/>
          <p:nvPr/>
        </p:nvSpPr>
        <p:spPr>
          <a:xfrm>
            <a:off x="3915837" y="4603209"/>
            <a:ext cx="6245316" cy="1600200"/>
          </a:xfrm>
          <a:prstGeom prst="rect">
            <a:avLst/>
          </a:prstGeom>
          <a:solidFill>
            <a:srgbClr val="FE4E9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C76AEB6-F3D7-78E5-FE68-AE759CE2F41A}"/>
              </a:ext>
            </a:extLst>
          </p:cNvPr>
          <p:cNvSpPr/>
          <p:nvPr/>
        </p:nvSpPr>
        <p:spPr>
          <a:xfrm>
            <a:off x="941657" y="4603209"/>
            <a:ext cx="2965722" cy="1600200"/>
          </a:xfrm>
          <a:prstGeom prst="rect">
            <a:avLst/>
          </a:prstGeom>
          <a:solidFill>
            <a:srgbClr val="6ABA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65A9F5-ACA9-8EEF-856B-2852BFE43812}"/>
              </a:ext>
            </a:extLst>
          </p:cNvPr>
          <p:cNvSpPr txBox="1"/>
          <p:nvPr/>
        </p:nvSpPr>
        <p:spPr>
          <a:xfrm>
            <a:off x="2901337" y="4882003"/>
            <a:ext cx="858365" cy="1090079"/>
          </a:xfrm>
          <a:custGeom>
            <a:avLst/>
            <a:gdLst/>
            <a:ahLst/>
            <a:cxnLst/>
            <a:rect l="l" t="t" r="r" b="b"/>
            <a:pathLst>
              <a:path w="858365" h="1090079">
                <a:moveTo>
                  <a:pt x="0" y="0"/>
                </a:moveTo>
                <a:lnTo>
                  <a:pt x="249203" y="0"/>
                </a:lnTo>
                <a:lnTo>
                  <a:pt x="249203" y="380361"/>
                </a:lnTo>
                <a:cubicBezTo>
                  <a:pt x="272520" y="342471"/>
                  <a:pt x="306039" y="311867"/>
                  <a:pt x="349758" y="288550"/>
                </a:cubicBezTo>
                <a:cubicBezTo>
                  <a:pt x="393478" y="265233"/>
                  <a:pt x="443513" y="253574"/>
                  <a:pt x="499863" y="253574"/>
                </a:cubicBezTo>
                <a:cubicBezTo>
                  <a:pt x="566900" y="253574"/>
                  <a:pt x="627622" y="270576"/>
                  <a:pt x="682028" y="304581"/>
                </a:cubicBezTo>
                <a:cubicBezTo>
                  <a:pt x="736435" y="338585"/>
                  <a:pt x="779426" y="387162"/>
                  <a:pt x="811002" y="450313"/>
                </a:cubicBezTo>
                <a:cubicBezTo>
                  <a:pt x="842577" y="513464"/>
                  <a:pt x="858365" y="586816"/>
                  <a:pt x="858365" y="670369"/>
                </a:cubicBezTo>
                <a:cubicBezTo>
                  <a:pt x="858365" y="753923"/>
                  <a:pt x="842577" y="827517"/>
                  <a:pt x="811002" y="891154"/>
                </a:cubicBezTo>
                <a:cubicBezTo>
                  <a:pt x="779426" y="954790"/>
                  <a:pt x="736435" y="1003854"/>
                  <a:pt x="682028" y="1038344"/>
                </a:cubicBezTo>
                <a:cubicBezTo>
                  <a:pt x="627622" y="1072834"/>
                  <a:pt x="566900" y="1090079"/>
                  <a:pt x="499863" y="1090079"/>
                </a:cubicBezTo>
                <a:cubicBezTo>
                  <a:pt x="442541" y="1090079"/>
                  <a:pt x="392507" y="1078663"/>
                  <a:pt x="349758" y="1055832"/>
                </a:cubicBezTo>
                <a:cubicBezTo>
                  <a:pt x="307010" y="1033000"/>
                  <a:pt x="273492" y="1002639"/>
                  <a:pt x="249203" y="964749"/>
                </a:cubicBezTo>
                <a:lnTo>
                  <a:pt x="249203" y="1078420"/>
                </a:lnTo>
                <a:lnTo>
                  <a:pt x="0" y="1078420"/>
                </a:lnTo>
                <a:lnTo>
                  <a:pt x="0" y="0"/>
                </a:lnTo>
                <a:close/>
                <a:moveTo>
                  <a:pt x="425539" y="470716"/>
                </a:moveTo>
                <a:cubicBezTo>
                  <a:pt x="375990" y="470716"/>
                  <a:pt x="333971" y="488689"/>
                  <a:pt x="299481" y="524637"/>
                </a:cubicBezTo>
                <a:cubicBezTo>
                  <a:pt x="264991" y="560584"/>
                  <a:pt x="247745" y="609647"/>
                  <a:pt x="247745" y="671826"/>
                </a:cubicBezTo>
                <a:cubicBezTo>
                  <a:pt x="247745" y="734006"/>
                  <a:pt x="264991" y="783069"/>
                  <a:pt x="299481" y="819016"/>
                </a:cubicBezTo>
                <a:cubicBezTo>
                  <a:pt x="333971" y="854964"/>
                  <a:pt x="375990" y="872937"/>
                  <a:pt x="425539" y="872937"/>
                </a:cubicBezTo>
                <a:cubicBezTo>
                  <a:pt x="475088" y="872937"/>
                  <a:pt x="517351" y="854721"/>
                  <a:pt x="552326" y="818288"/>
                </a:cubicBezTo>
                <a:cubicBezTo>
                  <a:pt x="587302" y="781855"/>
                  <a:pt x="604790" y="732548"/>
                  <a:pt x="604790" y="670369"/>
                </a:cubicBezTo>
                <a:cubicBezTo>
                  <a:pt x="604790" y="608190"/>
                  <a:pt x="587545" y="559370"/>
                  <a:pt x="553055" y="523908"/>
                </a:cubicBezTo>
                <a:cubicBezTo>
                  <a:pt x="518565" y="488446"/>
                  <a:pt x="476060" y="470716"/>
                  <a:pt x="425539" y="470716"/>
                </a:cubicBezTo>
                <a:close/>
              </a:path>
            </a:pathLst>
          </a:custGeom>
          <a:solidFill>
            <a:srgbClr val="01005D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11500" b="1" dirty="0">
              <a:solidFill>
                <a:srgbClr val="01005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8BB497-064F-2A63-286B-2F0E5EC51080}"/>
              </a:ext>
            </a:extLst>
          </p:cNvPr>
          <p:cNvSpPr txBox="1"/>
          <p:nvPr/>
        </p:nvSpPr>
        <p:spPr>
          <a:xfrm>
            <a:off x="7363315" y="4882002"/>
            <a:ext cx="249203" cy="1078420"/>
          </a:xfrm>
          <a:custGeom>
            <a:avLst/>
            <a:gdLst/>
            <a:ahLst/>
            <a:cxnLst/>
            <a:rect l="l" t="t" r="r" b="b"/>
            <a:pathLst>
              <a:path w="249203" h="1078420">
                <a:moveTo>
                  <a:pt x="0" y="0"/>
                </a:moveTo>
                <a:lnTo>
                  <a:pt x="249203" y="0"/>
                </a:lnTo>
                <a:lnTo>
                  <a:pt x="249203" y="1078420"/>
                </a:lnTo>
                <a:lnTo>
                  <a:pt x="0" y="1078420"/>
                </a:lnTo>
                <a:lnTo>
                  <a:pt x="0" y="0"/>
                </a:lnTo>
                <a:close/>
              </a:path>
            </a:pathLst>
          </a:custGeom>
          <a:solidFill>
            <a:srgbClr val="01005D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11500" b="1" dirty="0">
              <a:solidFill>
                <a:srgbClr val="01005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BAD9700-A259-3B8A-E211-E9089E445082}"/>
              </a:ext>
            </a:extLst>
          </p:cNvPr>
          <p:cNvSpPr txBox="1"/>
          <p:nvPr/>
        </p:nvSpPr>
        <p:spPr>
          <a:xfrm>
            <a:off x="7791940" y="4882002"/>
            <a:ext cx="249203" cy="1078420"/>
          </a:xfrm>
          <a:custGeom>
            <a:avLst/>
            <a:gdLst/>
            <a:ahLst/>
            <a:cxnLst/>
            <a:rect l="l" t="t" r="r" b="b"/>
            <a:pathLst>
              <a:path w="249203" h="1078420">
                <a:moveTo>
                  <a:pt x="0" y="0"/>
                </a:moveTo>
                <a:lnTo>
                  <a:pt x="249203" y="0"/>
                </a:lnTo>
                <a:lnTo>
                  <a:pt x="249203" y="1078420"/>
                </a:lnTo>
                <a:lnTo>
                  <a:pt x="0" y="1078420"/>
                </a:lnTo>
                <a:lnTo>
                  <a:pt x="0" y="0"/>
                </a:lnTo>
                <a:close/>
              </a:path>
            </a:pathLst>
          </a:custGeom>
          <a:solidFill>
            <a:srgbClr val="01005D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11500" b="1" dirty="0">
              <a:solidFill>
                <a:srgbClr val="01005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DA7D3E-3D54-EAF5-5CCD-52F48C43DC2A}"/>
              </a:ext>
            </a:extLst>
          </p:cNvPr>
          <p:cNvSpPr txBox="1"/>
          <p:nvPr/>
        </p:nvSpPr>
        <p:spPr>
          <a:xfrm>
            <a:off x="9066366" y="4882003"/>
            <a:ext cx="858364" cy="1090079"/>
          </a:xfrm>
          <a:custGeom>
            <a:avLst/>
            <a:gdLst/>
            <a:ahLst/>
            <a:cxnLst/>
            <a:rect l="l" t="t" r="r" b="b"/>
            <a:pathLst>
              <a:path w="858364" h="1090079">
                <a:moveTo>
                  <a:pt x="609162" y="0"/>
                </a:moveTo>
                <a:lnTo>
                  <a:pt x="858364" y="0"/>
                </a:lnTo>
                <a:lnTo>
                  <a:pt x="858364" y="1078420"/>
                </a:lnTo>
                <a:lnTo>
                  <a:pt x="609162" y="1078420"/>
                </a:lnTo>
                <a:lnTo>
                  <a:pt x="609162" y="961834"/>
                </a:lnTo>
                <a:cubicBezTo>
                  <a:pt x="585844" y="1000696"/>
                  <a:pt x="552569" y="1031786"/>
                  <a:pt x="509335" y="1055103"/>
                </a:cubicBezTo>
                <a:cubicBezTo>
                  <a:pt x="466101" y="1078420"/>
                  <a:pt x="415824" y="1090079"/>
                  <a:pt x="358502" y="1090079"/>
                </a:cubicBezTo>
                <a:cubicBezTo>
                  <a:pt x="291465" y="1090079"/>
                  <a:pt x="230742" y="1072834"/>
                  <a:pt x="176336" y="1038344"/>
                </a:cubicBezTo>
                <a:cubicBezTo>
                  <a:pt x="121930" y="1003854"/>
                  <a:pt x="78938" y="954790"/>
                  <a:pt x="47363" y="891154"/>
                </a:cubicBezTo>
                <a:cubicBezTo>
                  <a:pt x="15787" y="827517"/>
                  <a:pt x="0" y="753923"/>
                  <a:pt x="0" y="670369"/>
                </a:cubicBezTo>
                <a:cubicBezTo>
                  <a:pt x="0" y="586816"/>
                  <a:pt x="15787" y="513464"/>
                  <a:pt x="47363" y="450313"/>
                </a:cubicBezTo>
                <a:cubicBezTo>
                  <a:pt x="78938" y="387162"/>
                  <a:pt x="121930" y="338585"/>
                  <a:pt x="176336" y="304581"/>
                </a:cubicBezTo>
                <a:cubicBezTo>
                  <a:pt x="230742" y="270576"/>
                  <a:pt x="291465" y="253574"/>
                  <a:pt x="358502" y="253574"/>
                </a:cubicBezTo>
                <a:cubicBezTo>
                  <a:pt x="411938" y="253574"/>
                  <a:pt x="460758" y="264747"/>
                  <a:pt x="504963" y="287093"/>
                </a:cubicBezTo>
                <a:cubicBezTo>
                  <a:pt x="549168" y="309438"/>
                  <a:pt x="583902" y="339556"/>
                  <a:pt x="609162" y="377447"/>
                </a:cubicBezTo>
                <a:lnTo>
                  <a:pt x="609162" y="0"/>
                </a:lnTo>
                <a:close/>
                <a:moveTo>
                  <a:pt x="431368" y="470716"/>
                </a:moveTo>
                <a:cubicBezTo>
                  <a:pt x="381819" y="470716"/>
                  <a:pt x="339800" y="488446"/>
                  <a:pt x="305310" y="523908"/>
                </a:cubicBezTo>
                <a:cubicBezTo>
                  <a:pt x="270820" y="559370"/>
                  <a:pt x="253574" y="608190"/>
                  <a:pt x="253574" y="670369"/>
                </a:cubicBezTo>
                <a:cubicBezTo>
                  <a:pt x="253574" y="732548"/>
                  <a:pt x="270820" y="781855"/>
                  <a:pt x="305310" y="818288"/>
                </a:cubicBezTo>
                <a:cubicBezTo>
                  <a:pt x="339800" y="854721"/>
                  <a:pt x="381819" y="872937"/>
                  <a:pt x="431368" y="872937"/>
                </a:cubicBezTo>
                <a:cubicBezTo>
                  <a:pt x="480917" y="872937"/>
                  <a:pt x="522936" y="854964"/>
                  <a:pt x="557427" y="819016"/>
                </a:cubicBezTo>
                <a:cubicBezTo>
                  <a:pt x="591916" y="783069"/>
                  <a:pt x="609162" y="734006"/>
                  <a:pt x="609162" y="671826"/>
                </a:cubicBezTo>
                <a:cubicBezTo>
                  <a:pt x="609162" y="609647"/>
                  <a:pt x="591916" y="560584"/>
                  <a:pt x="557427" y="524637"/>
                </a:cubicBezTo>
                <a:cubicBezTo>
                  <a:pt x="522936" y="488689"/>
                  <a:pt x="480917" y="470716"/>
                  <a:pt x="431368" y="470716"/>
                </a:cubicBezTo>
                <a:close/>
              </a:path>
            </a:pathLst>
          </a:custGeom>
          <a:solidFill>
            <a:srgbClr val="01005D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11500" b="1" dirty="0">
              <a:solidFill>
                <a:srgbClr val="01005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57751C8-35F2-EE28-8B0D-CB356AC0F59C}"/>
              </a:ext>
            </a:extLst>
          </p:cNvPr>
          <p:cNvSpPr txBox="1"/>
          <p:nvPr/>
        </p:nvSpPr>
        <p:spPr>
          <a:xfrm>
            <a:off x="4009944" y="4922807"/>
            <a:ext cx="772382" cy="1047816"/>
          </a:xfrm>
          <a:custGeom>
            <a:avLst/>
            <a:gdLst/>
            <a:ahLst/>
            <a:cxnLst/>
            <a:rect l="l" t="t" r="r" b="b"/>
            <a:pathLst>
              <a:path w="772382" h="1047816">
                <a:moveTo>
                  <a:pt x="375990" y="0"/>
                </a:moveTo>
                <a:cubicBezTo>
                  <a:pt x="488690" y="0"/>
                  <a:pt x="579529" y="26960"/>
                  <a:pt x="648510" y="80881"/>
                </a:cubicBezTo>
                <a:cubicBezTo>
                  <a:pt x="717490" y="134802"/>
                  <a:pt x="754409" y="209855"/>
                  <a:pt x="759266" y="306038"/>
                </a:cubicBezTo>
                <a:lnTo>
                  <a:pt x="489661" y="306038"/>
                </a:lnTo>
                <a:cubicBezTo>
                  <a:pt x="487718" y="273005"/>
                  <a:pt x="475574" y="247016"/>
                  <a:pt x="453228" y="228071"/>
                </a:cubicBezTo>
                <a:cubicBezTo>
                  <a:pt x="430882" y="209126"/>
                  <a:pt x="402222" y="199653"/>
                  <a:pt x="367246" y="199653"/>
                </a:cubicBezTo>
                <a:cubicBezTo>
                  <a:pt x="337128" y="199653"/>
                  <a:pt x="312839" y="207669"/>
                  <a:pt x="294380" y="223699"/>
                </a:cubicBezTo>
                <a:cubicBezTo>
                  <a:pt x="275920" y="239730"/>
                  <a:pt x="266690" y="262804"/>
                  <a:pt x="266690" y="292922"/>
                </a:cubicBezTo>
                <a:cubicBezTo>
                  <a:pt x="266690" y="325955"/>
                  <a:pt x="282235" y="351701"/>
                  <a:pt x="313325" y="370160"/>
                </a:cubicBezTo>
                <a:cubicBezTo>
                  <a:pt x="344414" y="388620"/>
                  <a:pt x="392992" y="408537"/>
                  <a:pt x="459057" y="429911"/>
                </a:cubicBezTo>
                <a:cubicBezTo>
                  <a:pt x="525123" y="452256"/>
                  <a:pt x="578801" y="473630"/>
                  <a:pt x="620092" y="494033"/>
                </a:cubicBezTo>
                <a:cubicBezTo>
                  <a:pt x="661383" y="514435"/>
                  <a:pt x="697087" y="544068"/>
                  <a:pt x="727205" y="582930"/>
                </a:cubicBezTo>
                <a:cubicBezTo>
                  <a:pt x="757323" y="621792"/>
                  <a:pt x="772382" y="671827"/>
                  <a:pt x="772382" y="733034"/>
                </a:cubicBezTo>
                <a:cubicBezTo>
                  <a:pt x="772382" y="791327"/>
                  <a:pt x="757566" y="844277"/>
                  <a:pt x="727934" y="891883"/>
                </a:cubicBezTo>
                <a:cubicBezTo>
                  <a:pt x="698302" y="939489"/>
                  <a:pt x="655310" y="977379"/>
                  <a:pt x="598960" y="1005554"/>
                </a:cubicBezTo>
                <a:cubicBezTo>
                  <a:pt x="542611" y="1033729"/>
                  <a:pt x="476059" y="1047816"/>
                  <a:pt x="399307" y="1047816"/>
                </a:cubicBezTo>
                <a:cubicBezTo>
                  <a:pt x="324498" y="1047816"/>
                  <a:pt x="257461" y="1035672"/>
                  <a:pt x="198196" y="1011383"/>
                </a:cubicBezTo>
                <a:cubicBezTo>
                  <a:pt x="138932" y="987095"/>
                  <a:pt x="91568" y="951147"/>
                  <a:pt x="56107" y="903541"/>
                </a:cubicBezTo>
                <a:cubicBezTo>
                  <a:pt x="20645" y="855935"/>
                  <a:pt x="1943" y="798614"/>
                  <a:pt x="0" y="731577"/>
                </a:cubicBezTo>
                <a:lnTo>
                  <a:pt x="265233" y="731577"/>
                </a:lnTo>
                <a:cubicBezTo>
                  <a:pt x="269119" y="769467"/>
                  <a:pt x="282235" y="798371"/>
                  <a:pt x="304581" y="818288"/>
                </a:cubicBezTo>
                <a:cubicBezTo>
                  <a:pt x="326927" y="838205"/>
                  <a:pt x="356073" y="848163"/>
                  <a:pt x="392020" y="848163"/>
                </a:cubicBezTo>
                <a:cubicBezTo>
                  <a:pt x="428939" y="848163"/>
                  <a:pt x="458086" y="839662"/>
                  <a:pt x="479460" y="822660"/>
                </a:cubicBezTo>
                <a:cubicBezTo>
                  <a:pt x="500834" y="805658"/>
                  <a:pt x="511521" y="782098"/>
                  <a:pt x="511521" y="751979"/>
                </a:cubicBezTo>
                <a:cubicBezTo>
                  <a:pt x="511521" y="726719"/>
                  <a:pt x="503020" y="705831"/>
                  <a:pt x="486018" y="689314"/>
                </a:cubicBezTo>
                <a:cubicBezTo>
                  <a:pt x="469016" y="672798"/>
                  <a:pt x="448127" y="659196"/>
                  <a:pt x="423353" y="648509"/>
                </a:cubicBezTo>
                <a:cubicBezTo>
                  <a:pt x="398578" y="637822"/>
                  <a:pt x="363360" y="625678"/>
                  <a:pt x="317697" y="612076"/>
                </a:cubicBezTo>
                <a:cubicBezTo>
                  <a:pt x="251631" y="591674"/>
                  <a:pt x="197710" y="571271"/>
                  <a:pt x="155934" y="550869"/>
                </a:cubicBezTo>
                <a:cubicBezTo>
                  <a:pt x="114157" y="530466"/>
                  <a:pt x="78210" y="500348"/>
                  <a:pt x="48092" y="460515"/>
                </a:cubicBezTo>
                <a:cubicBezTo>
                  <a:pt x="17974" y="420681"/>
                  <a:pt x="2914" y="368703"/>
                  <a:pt x="2914" y="304581"/>
                </a:cubicBezTo>
                <a:cubicBezTo>
                  <a:pt x="2914" y="209369"/>
                  <a:pt x="37405" y="134802"/>
                  <a:pt x="106385" y="80881"/>
                </a:cubicBezTo>
                <a:cubicBezTo>
                  <a:pt x="175365" y="26960"/>
                  <a:pt x="265233" y="0"/>
                  <a:pt x="375990" y="0"/>
                </a:cubicBezTo>
                <a:close/>
              </a:path>
            </a:pathLst>
          </a:custGeom>
          <a:solidFill>
            <a:srgbClr val="01005D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11500" b="1" dirty="0">
              <a:solidFill>
                <a:srgbClr val="01005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6AF2214-3B27-F9E2-5180-07BB9639C5B0}"/>
              </a:ext>
            </a:extLst>
          </p:cNvPr>
          <p:cNvSpPr txBox="1"/>
          <p:nvPr/>
        </p:nvSpPr>
        <p:spPr>
          <a:xfrm>
            <a:off x="1102515" y="4937381"/>
            <a:ext cx="693686" cy="1033243"/>
          </a:xfrm>
          <a:custGeom>
            <a:avLst/>
            <a:gdLst/>
            <a:ahLst/>
            <a:cxnLst/>
            <a:rect l="l" t="t" r="r" b="b"/>
            <a:pathLst>
              <a:path w="693686" h="1033243">
                <a:moveTo>
                  <a:pt x="444484" y="0"/>
                </a:moveTo>
                <a:lnTo>
                  <a:pt x="693686" y="0"/>
                </a:lnTo>
                <a:lnTo>
                  <a:pt x="693686" y="696601"/>
                </a:lnTo>
                <a:cubicBezTo>
                  <a:pt x="693686" y="804443"/>
                  <a:pt x="663325" y="887511"/>
                  <a:pt x="602603" y="945804"/>
                </a:cubicBezTo>
                <a:cubicBezTo>
                  <a:pt x="541882" y="1004097"/>
                  <a:pt x="460029" y="1033243"/>
                  <a:pt x="357044" y="1033243"/>
                </a:cubicBezTo>
                <a:cubicBezTo>
                  <a:pt x="249202" y="1033243"/>
                  <a:pt x="162734" y="1002640"/>
                  <a:pt x="97640" y="941432"/>
                </a:cubicBezTo>
                <a:cubicBezTo>
                  <a:pt x="32547" y="880224"/>
                  <a:pt x="0" y="793271"/>
                  <a:pt x="0" y="680571"/>
                </a:cubicBezTo>
                <a:lnTo>
                  <a:pt x="247745" y="680571"/>
                </a:lnTo>
                <a:cubicBezTo>
                  <a:pt x="247745" y="723319"/>
                  <a:pt x="256489" y="755623"/>
                  <a:pt x="273977" y="777483"/>
                </a:cubicBezTo>
                <a:cubicBezTo>
                  <a:pt x="291465" y="799343"/>
                  <a:pt x="316725" y="810273"/>
                  <a:pt x="349758" y="810273"/>
                </a:cubicBezTo>
                <a:cubicBezTo>
                  <a:pt x="379876" y="810273"/>
                  <a:pt x="403193" y="800557"/>
                  <a:pt x="419709" y="781126"/>
                </a:cubicBezTo>
                <a:cubicBezTo>
                  <a:pt x="436226" y="761695"/>
                  <a:pt x="444484" y="733520"/>
                  <a:pt x="444484" y="696601"/>
                </a:cubicBezTo>
                <a:lnTo>
                  <a:pt x="444484" y="0"/>
                </a:lnTo>
                <a:close/>
              </a:path>
            </a:pathLst>
          </a:custGeom>
          <a:solidFill>
            <a:srgbClr val="01005D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11500" b="1" dirty="0">
              <a:solidFill>
                <a:srgbClr val="01005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3AFF5FE-D4F7-8456-0FF2-3A31721D2251}"/>
              </a:ext>
            </a:extLst>
          </p:cNvPr>
          <p:cNvSpPr txBox="1"/>
          <p:nvPr/>
        </p:nvSpPr>
        <p:spPr>
          <a:xfrm>
            <a:off x="1943629" y="5135577"/>
            <a:ext cx="845249" cy="836505"/>
          </a:xfrm>
          <a:custGeom>
            <a:avLst/>
            <a:gdLst/>
            <a:ahLst/>
            <a:cxnLst/>
            <a:rect l="l" t="t" r="r" b="b"/>
            <a:pathLst>
              <a:path w="845249" h="836505">
                <a:moveTo>
                  <a:pt x="422625" y="0"/>
                </a:moveTo>
                <a:cubicBezTo>
                  <a:pt x="502292" y="0"/>
                  <a:pt x="574186" y="17002"/>
                  <a:pt x="638309" y="51007"/>
                </a:cubicBezTo>
                <a:cubicBezTo>
                  <a:pt x="702431" y="85011"/>
                  <a:pt x="752952" y="133831"/>
                  <a:pt x="789871" y="197468"/>
                </a:cubicBezTo>
                <a:cubicBezTo>
                  <a:pt x="826789" y="261104"/>
                  <a:pt x="845249" y="334699"/>
                  <a:pt x="845249" y="418252"/>
                </a:cubicBezTo>
                <a:cubicBezTo>
                  <a:pt x="845249" y="501806"/>
                  <a:pt x="826547" y="575401"/>
                  <a:pt x="789142" y="639037"/>
                </a:cubicBezTo>
                <a:cubicBezTo>
                  <a:pt x="751737" y="702674"/>
                  <a:pt x="700731" y="751494"/>
                  <a:pt x="636123" y="785498"/>
                </a:cubicBezTo>
                <a:cubicBezTo>
                  <a:pt x="571515" y="819503"/>
                  <a:pt x="499377" y="836505"/>
                  <a:pt x="419710" y="836505"/>
                </a:cubicBezTo>
                <a:cubicBezTo>
                  <a:pt x="340043" y="836505"/>
                  <a:pt x="268391" y="819503"/>
                  <a:pt x="204754" y="785498"/>
                </a:cubicBezTo>
                <a:cubicBezTo>
                  <a:pt x="141118" y="751494"/>
                  <a:pt x="91083" y="702917"/>
                  <a:pt x="54650" y="639766"/>
                </a:cubicBezTo>
                <a:cubicBezTo>
                  <a:pt x="18217" y="576615"/>
                  <a:pt x="0" y="502777"/>
                  <a:pt x="0" y="418252"/>
                </a:cubicBezTo>
                <a:cubicBezTo>
                  <a:pt x="0" y="334699"/>
                  <a:pt x="18460" y="261104"/>
                  <a:pt x="55379" y="197468"/>
                </a:cubicBezTo>
                <a:cubicBezTo>
                  <a:pt x="92297" y="133831"/>
                  <a:pt x="142818" y="85011"/>
                  <a:pt x="206941" y="51007"/>
                </a:cubicBezTo>
                <a:cubicBezTo>
                  <a:pt x="271063" y="17002"/>
                  <a:pt x="342957" y="0"/>
                  <a:pt x="422625" y="0"/>
                </a:cubicBezTo>
                <a:close/>
                <a:moveTo>
                  <a:pt x="422625" y="215684"/>
                </a:moveTo>
                <a:cubicBezTo>
                  <a:pt x="374047" y="215684"/>
                  <a:pt x="333728" y="232929"/>
                  <a:pt x="301667" y="267419"/>
                </a:cubicBezTo>
                <a:cubicBezTo>
                  <a:pt x="269606" y="301909"/>
                  <a:pt x="253575" y="352187"/>
                  <a:pt x="253575" y="418252"/>
                </a:cubicBezTo>
                <a:cubicBezTo>
                  <a:pt x="253575" y="483346"/>
                  <a:pt x="269363" y="533381"/>
                  <a:pt x="300938" y="568357"/>
                </a:cubicBezTo>
                <a:cubicBezTo>
                  <a:pt x="332513" y="603333"/>
                  <a:pt x="372104" y="620821"/>
                  <a:pt x="419710" y="620821"/>
                </a:cubicBezTo>
                <a:cubicBezTo>
                  <a:pt x="467316" y="620821"/>
                  <a:pt x="507878" y="603333"/>
                  <a:pt x="541397" y="568357"/>
                </a:cubicBezTo>
                <a:cubicBezTo>
                  <a:pt x="574915" y="533381"/>
                  <a:pt x="591674" y="483346"/>
                  <a:pt x="591674" y="418252"/>
                </a:cubicBezTo>
                <a:cubicBezTo>
                  <a:pt x="591674" y="353159"/>
                  <a:pt x="575401" y="303124"/>
                  <a:pt x="542854" y="268148"/>
                </a:cubicBezTo>
                <a:cubicBezTo>
                  <a:pt x="510307" y="233172"/>
                  <a:pt x="470231" y="215684"/>
                  <a:pt x="422625" y="215684"/>
                </a:cubicBezTo>
                <a:close/>
              </a:path>
            </a:pathLst>
          </a:custGeom>
          <a:solidFill>
            <a:srgbClr val="01005D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11500" b="1" dirty="0">
              <a:solidFill>
                <a:srgbClr val="01005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A3365C5-DBA6-8EC9-772D-5103BF6C1DAA}"/>
              </a:ext>
            </a:extLst>
          </p:cNvPr>
          <p:cNvSpPr txBox="1"/>
          <p:nvPr/>
        </p:nvSpPr>
        <p:spPr>
          <a:xfrm>
            <a:off x="4884891" y="5135577"/>
            <a:ext cx="798615" cy="836505"/>
          </a:xfrm>
          <a:custGeom>
            <a:avLst/>
            <a:gdLst/>
            <a:ahLst/>
            <a:cxnLst/>
            <a:rect l="l" t="t" r="r" b="b"/>
            <a:pathLst>
              <a:path w="798615" h="836505">
                <a:moveTo>
                  <a:pt x="408051" y="0"/>
                </a:moveTo>
                <a:cubicBezTo>
                  <a:pt x="510064" y="0"/>
                  <a:pt x="595318" y="26718"/>
                  <a:pt x="663812" y="80153"/>
                </a:cubicBezTo>
                <a:cubicBezTo>
                  <a:pt x="732306" y="133588"/>
                  <a:pt x="777241" y="208883"/>
                  <a:pt x="798615" y="306038"/>
                </a:cubicBezTo>
                <a:lnTo>
                  <a:pt x="533381" y="306038"/>
                </a:lnTo>
                <a:cubicBezTo>
                  <a:pt x="511036" y="243859"/>
                  <a:pt x="467802" y="212770"/>
                  <a:pt x="403679" y="212770"/>
                </a:cubicBezTo>
                <a:cubicBezTo>
                  <a:pt x="358017" y="212770"/>
                  <a:pt x="321584" y="230500"/>
                  <a:pt x="294380" y="265962"/>
                </a:cubicBezTo>
                <a:cubicBezTo>
                  <a:pt x="267177" y="301424"/>
                  <a:pt x="253575" y="352187"/>
                  <a:pt x="253575" y="418252"/>
                </a:cubicBezTo>
                <a:cubicBezTo>
                  <a:pt x="253575" y="484318"/>
                  <a:pt x="267177" y="535081"/>
                  <a:pt x="294380" y="570543"/>
                </a:cubicBezTo>
                <a:cubicBezTo>
                  <a:pt x="321584" y="606005"/>
                  <a:pt x="358017" y="623735"/>
                  <a:pt x="403679" y="623735"/>
                </a:cubicBezTo>
                <a:cubicBezTo>
                  <a:pt x="467802" y="623735"/>
                  <a:pt x="511036" y="592646"/>
                  <a:pt x="533381" y="530467"/>
                </a:cubicBezTo>
                <a:lnTo>
                  <a:pt x="798615" y="530467"/>
                </a:lnTo>
                <a:cubicBezTo>
                  <a:pt x="777241" y="625678"/>
                  <a:pt x="732063" y="700488"/>
                  <a:pt x="663083" y="754895"/>
                </a:cubicBezTo>
                <a:cubicBezTo>
                  <a:pt x="594103" y="809301"/>
                  <a:pt x="509093" y="836505"/>
                  <a:pt x="408051" y="836505"/>
                </a:cubicBezTo>
                <a:cubicBezTo>
                  <a:pt x="328384" y="836505"/>
                  <a:pt x="257704" y="819503"/>
                  <a:pt x="196011" y="785498"/>
                </a:cubicBezTo>
                <a:cubicBezTo>
                  <a:pt x="134317" y="751494"/>
                  <a:pt x="86225" y="702917"/>
                  <a:pt x="51735" y="639766"/>
                </a:cubicBezTo>
                <a:cubicBezTo>
                  <a:pt x="17245" y="576615"/>
                  <a:pt x="0" y="502777"/>
                  <a:pt x="0" y="418252"/>
                </a:cubicBezTo>
                <a:cubicBezTo>
                  <a:pt x="0" y="333728"/>
                  <a:pt x="17245" y="259890"/>
                  <a:pt x="51735" y="196739"/>
                </a:cubicBezTo>
                <a:cubicBezTo>
                  <a:pt x="86225" y="133588"/>
                  <a:pt x="134317" y="85011"/>
                  <a:pt x="196011" y="51007"/>
                </a:cubicBezTo>
                <a:cubicBezTo>
                  <a:pt x="257704" y="17002"/>
                  <a:pt x="328384" y="0"/>
                  <a:pt x="408051" y="0"/>
                </a:cubicBezTo>
                <a:close/>
              </a:path>
            </a:pathLst>
          </a:custGeom>
          <a:solidFill>
            <a:srgbClr val="01005D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11500" b="1" dirty="0">
              <a:solidFill>
                <a:srgbClr val="01005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06CC27A-D788-F9A2-6C06-8CB846D0A615}"/>
              </a:ext>
            </a:extLst>
          </p:cNvPr>
          <p:cNvSpPr txBox="1"/>
          <p:nvPr/>
        </p:nvSpPr>
        <p:spPr>
          <a:xfrm>
            <a:off x="6389841" y="5135577"/>
            <a:ext cx="845249" cy="836505"/>
          </a:xfrm>
          <a:custGeom>
            <a:avLst/>
            <a:gdLst/>
            <a:ahLst/>
            <a:cxnLst/>
            <a:rect l="l" t="t" r="r" b="b"/>
            <a:pathLst>
              <a:path w="845249" h="836505">
                <a:moveTo>
                  <a:pt x="422624" y="0"/>
                </a:moveTo>
                <a:cubicBezTo>
                  <a:pt x="502292" y="0"/>
                  <a:pt x="574186" y="17002"/>
                  <a:pt x="638309" y="51007"/>
                </a:cubicBezTo>
                <a:cubicBezTo>
                  <a:pt x="702431" y="85011"/>
                  <a:pt x="752952" y="133831"/>
                  <a:pt x="789870" y="197468"/>
                </a:cubicBezTo>
                <a:cubicBezTo>
                  <a:pt x="826789" y="261104"/>
                  <a:pt x="845249" y="334699"/>
                  <a:pt x="845249" y="418252"/>
                </a:cubicBezTo>
                <a:cubicBezTo>
                  <a:pt x="845249" y="501806"/>
                  <a:pt x="826547" y="575401"/>
                  <a:pt x="789142" y="639037"/>
                </a:cubicBezTo>
                <a:cubicBezTo>
                  <a:pt x="751737" y="702674"/>
                  <a:pt x="700731" y="751494"/>
                  <a:pt x="636123" y="785498"/>
                </a:cubicBezTo>
                <a:cubicBezTo>
                  <a:pt x="571515" y="819503"/>
                  <a:pt x="499377" y="836505"/>
                  <a:pt x="419710" y="836505"/>
                </a:cubicBezTo>
                <a:cubicBezTo>
                  <a:pt x="340043" y="836505"/>
                  <a:pt x="268391" y="819503"/>
                  <a:pt x="204754" y="785498"/>
                </a:cubicBezTo>
                <a:cubicBezTo>
                  <a:pt x="141118" y="751494"/>
                  <a:pt x="91083" y="702917"/>
                  <a:pt x="54650" y="639766"/>
                </a:cubicBezTo>
                <a:cubicBezTo>
                  <a:pt x="18217" y="576615"/>
                  <a:pt x="0" y="502777"/>
                  <a:pt x="0" y="418252"/>
                </a:cubicBezTo>
                <a:cubicBezTo>
                  <a:pt x="0" y="334699"/>
                  <a:pt x="18460" y="261104"/>
                  <a:pt x="55379" y="197468"/>
                </a:cubicBezTo>
                <a:cubicBezTo>
                  <a:pt x="92298" y="133831"/>
                  <a:pt x="142818" y="85011"/>
                  <a:pt x="206941" y="51007"/>
                </a:cubicBezTo>
                <a:cubicBezTo>
                  <a:pt x="271063" y="17002"/>
                  <a:pt x="342958" y="0"/>
                  <a:pt x="422624" y="0"/>
                </a:cubicBezTo>
                <a:close/>
                <a:moveTo>
                  <a:pt x="422624" y="215684"/>
                </a:moveTo>
                <a:cubicBezTo>
                  <a:pt x="374047" y="215684"/>
                  <a:pt x="333728" y="232929"/>
                  <a:pt x="301667" y="267419"/>
                </a:cubicBezTo>
                <a:cubicBezTo>
                  <a:pt x="269605" y="301909"/>
                  <a:pt x="253575" y="352187"/>
                  <a:pt x="253575" y="418252"/>
                </a:cubicBezTo>
                <a:cubicBezTo>
                  <a:pt x="253575" y="483346"/>
                  <a:pt x="269363" y="533381"/>
                  <a:pt x="300938" y="568357"/>
                </a:cubicBezTo>
                <a:cubicBezTo>
                  <a:pt x="332513" y="603333"/>
                  <a:pt x="372104" y="620821"/>
                  <a:pt x="419710" y="620821"/>
                </a:cubicBezTo>
                <a:cubicBezTo>
                  <a:pt x="467316" y="620821"/>
                  <a:pt x="507878" y="603333"/>
                  <a:pt x="541397" y="568357"/>
                </a:cubicBezTo>
                <a:cubicBezTo>
                  <a:pt x="574915" y="533381"/>
                  <a:pt x="591674" y="483346"/>
                  <a:pt x="591674" y="418252"/>
                </a:cubicBezTo>
                <a:cubicBezTo>
                  <a:pt x="591674" y="353159"/>
                  <a:pt x="575401" y="303124"/>
                  <a:pt x="542854" y="268148"/>
                </a:cubicBezTo>
                <a:cubicBezTo>
                  <a:pt x="510307" y="233172"/>
                  <a:pt x="470231" y="215684"/>
                  <a:pt x="422624" y="215684"/>
                </a:cubicBezTo>
                <a:close/>
              </a:path>
            </a:pathLst>
          </a:custGeom>
          <a:solidFill>
            <a:srgbClr val="01005D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11500" b="1" dirty="0">
              <a:solidFill>
                <a:srgbClr val="01005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C7EA149-BC2E-18C1-1D62-AE89F4D6A39E}"/>
              </a:ext>
            </a:extLst>
          </p:cNvPr>
          <p:cNvSpPr txBox="1"/>
          <p:nvPr/>
        </p:nvSpPr>
        <p:spPr>
          <a:xfrm>
            <a:off x="8171016" y="5135577"/>
            <a:ext cx="816102" cy="836505"/>
          </a:xfrm>
          <a:custGeom>
            <a:avLst/>
            <a:gdLst/>
            <a:ahLst/>
            <a:cxnLst/>
            <a:rect l="l" t="t" r="r" b="b"/>
            <a:pathLst>
              <a:path w="816102" h="836505">
                <a:moveTo>
                  <a:pt x="410966" y="0"/>
                </a:moveTo>
                <a:cubicBezTo>
                  <a:pt x="489661" y="0"/>
                  <a:pt x="559613" y="16516"/>
                  <a:pt x="620820" y="49549"/>
                </a:cubicBezTo>
                <a:cubicBezTo>
                  <a:pt x="682028" y="82582"/>
                  <a:pt x="729877" y="129702"/>
                  <a:pt x="764366" y="190910"/>
                </a:cubicBezTo>
                <a:cubicBezTo>
                  <a:pt x="798857" y="252117"/>
                  <a:pt x="816102" y="323526"/>
                  <a:pt x="816102" y="405137"/>
                </a:cubicBezTo>
                <a:cubicBezTo>
                  <a:pt x="816102" y="428454"/>
                  <a:pt x="814644" y="452743"/>
                  <a:pt x="811730" y="478003"/>
                </a:cubicBezTo>
                <a:lnTo>
                  <a:pt x="247746" y="478003"/>
                </a:lnTo>
                <a:cubicBezTo>
                  <a:pt x="251632" y="528523"/>
                  <a:pt x="267905" y="567143"/>
                  <a:pt x="296566" y="593860"/>
                </a:cubicBezTo>
                <a:cubicBezTo>
                  <a:pt x="325226" y="620578"/>
                  <a:pt x="360445" y="633937"/>
                  <a:pt x="402222" y="633937"/>
                </a:cubicBezTo>
                <a:cubicBezTo>
                  <a:pt x="464401" y="633937"/>
                  <a:pt x="507635" y="607705"/>
                  <a:pt x="531924" y="555241"/>
                </a:cubicBezTo>
                <a:lnTo>
                  <a:pt x="797156" y="555241"/>
                </a:lnTo>
                <a:cubicBezTo>
                  <a:pt x="783555" y="608676"/>
                  <a:pt x="759024" y="656768"/>
                  <a:pt x="723562" y="699516"/>
                </a:cubicBezTo>
                <a:cubicBezTo>
                  <a:pt x="688100" y="742264"/>
                  <a:pt x="643652" y="775783"/>
                  <a:pt x="590216" y="800072"/>
                </a:cubicBezTo>
                <a:cubicBezTo>
                  <a:pt x="536782" y="824360"/>
                  <a:pt x="477031" y="836505"/>
                  <a:pt x="410966" y="836505"/>
                </a:cubicBezTo>
                <a:cubicBezTo>
                  <a:pt x="331298" y="836505"/>
                  <a:pt x="260376" y="819503"/>
                  <a:pt x="198196" y="785498"/>
                </a:cubicBezTo>
                <a:cubicBezTo>
                  <a:pt x="136017" y="751494"/>
                  <a:pt x="87440" y="702917"/>
                  <a:pt x="52464" y="639766"/>
                </a:cubicBezTo>
                <a:cubicBezTo>
                  <a:pt x="17488" y="576615"/>
                  <a:pt x="0" y="502777"/>
                  <a:pt x="0" y="418252"/>
                </a:cubicBezTo>
                <a:cubicBezTo>
                  <a:pt x="0" y="333728"/>
                  <a:pt x="17245" y="259890"/>
                  <a:pt x="51735" y="196739"/>
                </a:cubicBezTo>
                <a:cubicBezTo>
                  <a:pt x="86226" y="133588"/>
                  <a:pt x="134560" y="85011"/>
                  <a:pt x="196739" y="51007"/>
                </a:cubicBezTo>
                <a:cubicBezTo>
                  <a:pt x="258918" y="17002"/>
                  <a:pt x="330328" y="0"/>
                  <a:pt x="410966" y="0"/>
                </a:cubicBezTo>
                <a:close/>
                <a:moveTo>
                  <a:pt x="408051" y="199654"/>
                </a:moveTo>
                <a:cubicBezTo>
                  <a:pt x="366274" y="199654"/>
                  <a:pt x="331056" y="211798"/>
                  <a:pt x="302395" y="236087"/>
                </a:cubicBezTo>
                <a:cubicBezTo>
                  <a:pt x="273734" y="260376"/>
                  <a:pt x="256004" y="294866"/>
                  <a:pt x="249202" y="339557"/>
                </a:cubicBezTo>
                <a:lnTo>
                  <a:pt x="561070" y="339557"/>
                </a:lnTo>
                <a:cubicBezTo>
                  <a:pt x="561070" y="296809"/>
                  <a:pt x="546497" y="262804"/>
                  <a:pt x="517350" y="237544"/>
                </a:cubicBezTo>
                <a:cubicBezTo>
                  <a:pt x="488204" y="212284"/>
                  <a:pt x="451771" y="199654"/>
                  <a:pt x="408051" y="199654"/>
                </a:cubicBezTo>
                <a:close/>
              </a:path>
            </a:pathLst>
          </a:custGeom>
          <a:solidFill>
            <a:srgbClr val="01005D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11500" b="1" dirty="0">
              <a:solidFill>
                <a:srgbClr val="01005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02A2C03-A0F6-7B47-6F9B-1E7D0042D072}"/>
              </a:ext>
            </a:extLst>
          </p:cNvPr>
          <p:cNvSpPr txBox="1"/>
          <p:nvPr/>
        </p:nvSpPr>
        <p:spPr>
          <a:xfrm>
            <a:off x="5820265" y="5138492"/>
            <a:ext cx="504235" cy="821931"/>
          </a:xfrm>
          <a:custGeom>
            <a:avLst/>
            <a:gdLst/>
            <a:ahLst/>
            <a:cxnLst/>
            <a:rect l="l" t="t" r="r" b="b"/>
            <a:pathLst>
              <a:path w="504235" h="821931">
                <a:moveTo>
                  <a:pt x="504235" y="0"/>
                </a:moveTo>
                <a:lnTo>
                  <a:pt x="504235" y="263776"/>
                </a:lnTo>
                <a:lnTo>
                  <a:pt x="435741" y="263776"/>
                </a:lnTo>
                <a:cubicBezTo>
                  <a:pt x="373561" y="263776"/>
                  <a:pt x="326927" y="277134"/>
                  <a:pt x="295837" y="303852"/>
                </a:cubicBezTo>
                <a:cubicBezTo>
                  <a:pt x="264748" y="330570"/>
                  <a:pt x="249203" y="377447"/>
                  <a:pt x="249203" y="444484"/>
                </a:cubicBezTo>
                <a:lnTo>
                  <a:pt x="249203" y="821931"/>
                </a:lnTo>
                <a:lnTo>
                  <a:pt x="0" y="821931"/>
                </a:lnTo>
                <a:lnTo>
                  <a:pt x="0" y="8744"/>
                </a:lnTo>
                <a:lnTo>
                  <a:pt x="249203" y="8744"/>
                </a:lnTo>
                <a:lnTo>
                  <a:pt x="249203" y="144275"/>
                </a:lnTo>
                <a:cubicBezTo>
                  <a:pt x="278349" y="99584"/>
                  <a:pt x="314783" y="64365"/>
                  <a:pt x="358502" y="38619"/>
                </a:cubicBezTo>
                <a:cubicBezTo>
                  <a:pt x="402222" y="12873"/>
                  <a:pt x="450800" y="0"/>
                  <a:pt x="504235" y="0"/>
                </a:cubicBezTo>
                <a:close/>
              </a:path>
            </a:pathLst>
          </a:custGeom>
          <a:solidFill>
            <a:srgbClr val="01005D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11500" b="1" dirty="0">
              <a:solidFill>
                <a:srgbClr val="01005D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98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A271994-3782-86B6-7F65-A0C24B9E4499}"/>
              </a:ext>
            </a:extLst>
          </p:cNvPr>
          <p:cNvGrpSpPr/>
          <p:nvPr/>
        </p:nvGrpSpPr>
        <p:grpSpPr>
          <a:xfrm>
            <a:off x="3603136" y="833678"/>
            <a:ext cx="4983480" cy="4983480"/>
            <a:chOff x="3603136" y="833678"/>
            <a:chExt cx="4983480" cy="4983480"/>
          </a:xfrm>
          <a:solidFill>
            <a:srgbClr val="A7A3D3"/>
          </a:solidFill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569CA36F-68A9-913B-4956-071BEC3168F2}"/>
                </a:ext>
              </a:extLst>
            </p:cNvPr>
            <p:cNvSpPr/>
            <p:nvPr/>
          </p:nvSpPr>
          <p:spPr>
            <a:xfrm>
              <a:off x="3603136" y="833678"/>
              <a:ext cx="4983480" cy="498348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30A9B44-0A76-CF3B-2DA2-C74D89DA306D}"/>
                </a:ext>
              </a:extLst>
            </p:cNvPr>
            <p:cNvGrpSpPr/>
            <p:nvPr/>
          </p:nvGrpSpPr>
          <p:grpSpPr>
            <a:xfrm>
              <a:off x="4051802" y="1897345"/>
              <a:ext cx="4119926" cy="3297168"/>
              <a:chOff x="3605429" y="1780416"/>
              <a:chExt cx="4119926" cy="3297168"/>
            </a:xfrm>
            <a:grpFill/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BC0562-5428-50E0-C3DA-8280882C9E8B}"/>
                  </a:ext>
                </a:extLst>
              </p:cNvPr>
              <p:cNvSpPr txBox="1"/>
              <p:nvPr/>
            </p:nvSpPr>
            <p:spPr>
              <a:xfrm>
                <a:off x="5111218" y="1780416"/>
                <a:ext cx="2614137" cy="3266172"/>
              </a:xfrm>
              <a:custGeom>
                <a:avLst/>
                <a:gdLst/>
                <a:ahLst/>
                <a:cxnLst/>
                <a:rect l="l" t="t" r="r" b="b"/>
                <a:pathLst>
                  <a:path w="2676980" h="3266172">
                    <a:moveTo>
                      <a:pt x="1366242" y="0"/>
                    </a:moveTo>
                    <a:cubicBezTo>
                      <a:pt x="1625259" y="0"/>
                      <a:pt x="1848696" y="42695"/>
                      <a:pt x="2036554" y="128085"/>
                    </a:cubicBezTo>
                    <a:cubicBezTo>
                      <a:pt x="2224413" y="213475"/>
                      <a:pt x="2369576" y="334444"/>
                      <a:pt x="2472044" y="490993"/>
                    </a:cubicBezTo>
                    <a:cubicBezTo>
                      <a:pt x="2574512" y="647542"/>
                      <a:pt x="2627170" y="831131"/>
                      <a:pt x="2630016" y="1041759"/>
                    </a:cubicBezTo>
                    <a:lnTo>
                      <a:pt x="1803866" y="1041759"/>
                    </a:lnTo>
                    <a:cubicBezTo>
                      <a:pt x="1796750" y="936445"/>
                      <a:pt x="1756902" y="854257"/>
                      <a:pt x="1684320" y="795195"/>
                    </a:cubicBezTo>
                    <a:cubicBezTo>
                      <a:pt x="1611739" y="736134"/>
                      <a:pt x="1506424" y="706603"/>
                      <a:pt x="1368377" y="706603"/>
                    </a:cubicBezTo>
                    <a:cubicBezTo>
                      <a:pt x="1281563" y="706603"/>
                      <a:pt x="1208982" y="717277"/>
                      <a:pt x="1150632" y="738624"/>
                    </a:cubicBezTo>
                    <a:cubicBezTo>
                      <a:pt x="1092282" y="759972"/>
                      <a:pt x="1048519" y="789503"/>
                      <a:pt x="1019344" y="827217"/>
                    </a:cubicBezTo>
                    <a:cubicBezTo>
                      <a:pt x="990169" y="864931"/>
                      <a:pt x="975582" y="907982"/>
                      <a:pt x="975582" y="956369"/>
                    </a:cubicBezTo>
                    <a:cubicBezTo>
                      <a:pt x="975582" y="1007603"/>
                      <a:pt x="990525" y="1051722"/>
                      <a:pt x="1020412" y="1088724"/>
                    </a:cubicBezTo>
                    <a:cubicBezTo>
                      <a:pt x="1050298" y="1125726"/>
                      <a:pt x="1097975" y="1157748"/>
                      <a:pt x="1163440" y="1184788"/>
                    </a:cubicBezTo>
                    <a:cubicBezTo>
                      <a:pt x="1228906" y="1211828"/>
                      <a:pt x="1312161" y="1236022"/>
                      <a:pt x="1413206" y="1257370"/>
                    </a:cubicBezTo>
                    <a:lnTo>
                      <a:pt x="1673646" y="1310738"/>
                    </a:lnTo>
                    <a:cubicBezTo>
                      <a:pt x="1850119" y="1347741"/>
                      <a:pt x="2002043" y="1395773"/>
                      <a:pt x="2129416" y="1454834"/>
                    </a:cubicBezTo>
                    <a:cubicBezTo>
                      <a:pt x="2256789" y="1513896"/>
                      <a:pt x="2361037" y="1583631"/>
                      <a:pt x="2442158" y="1664040"/>
                    </a:cubicBezTo>
                    <a:cubicBezTo>
                      <a:pt x="2523278" y="1744449"/>
                      <a:pt x="2582695" y="1835532"/>
                      <a:pt x="2620409" y="1937288"/>
                    </a:cubicBezTo>
                    <a:cubicBezTo>
                      <a:pt x="2658123" y="2039045"/>
                      <a:pt x="2676980" y="2151119"/>
                      <a:pt x="2676980" y="2273512"/>
                    </a:cubicBezTo>
                    <a:cubicBezTo>
                      <a:pt x="2676980" y="2485564"/>
                      <a:pt x="2625035" y="2665595"/>
                      <a:pt x="2521143" y="2813605"/>
                    </a:cubicBezTo>
                    <a:cubicBezTo>
                      <a:pt x="2417252" y="2961614"/>
                      <a:pt x="2268175" y="3074045"/>
                      <a:pt x="2073913" y="3150896"/>
                    </a:cubicBezTo>
                    <a:cubicBezTo>
                      <a:pt x="1879650" y="3227747"/>
                      <a:pt x="1645895" y="3266172"/>
                      <a:pt x="1372646" y="3266172"/>
                    </a:cubicBezTo>
                    <a:cubicBezTo>
                      <a:pt x="1093705" y="3266172"/>
                      <a:pt x="851411" y="3224901"/>
                      <a:pt x="645763" y="3142357"/>
                    </a:cubicBezTo>
                    <a:cubicBezTo>
                      <a:pt x="440115" y="3059813"/>
                      <a:pt x="281431" y="2933862"/>
                      <a:pt x="169713" y="2764505"/>
                    </a:cubicBezTo>
                    <a:cubicBezTo>
                      <a:pt x="57994" y="2595148"/>
                      <a:pt x="1423" y="2380250"/>
                      <a:pt x="0" y="2119810"/>
                    </a:cubicBezTo>
                    <a:lnTo>
                      <a:pt x="824015" y="2119810"/>
                    </a:lnTo>
                    <a:cubicBezTo>
                      <a:pt x="829707" y="2213739"/>
                      <a:pt x="854613" y="2293792"/>
                      <a:pt x="898731" y="2359969"/>
                    </a:cubicBezTo>
                    <a:cubicBezTo>
                      <a:pt x="942849" y="2426147"/>
                      <a:pt x="1004401" y="2475958"/>
                      <a:pt x="1083387" y="2509402"/>
                    </a:cubicBezTo>
                    <a:cubicBezTo>
                      <a:pt x="1162373" y="2542847"/>
                      <a:pt x="1256658" y="2559569"/>
                      <a:pt x="1366242" y="2559569"/>
                    </a:cubicBezTo>
                    <a:cubicBezTo>
                      <a:pt x="1458748" y="2559569"/>
                      <a:pt x="1537022" y="2548184"/>
                      <a:pt x="1601065" y="2525413"/>
                    </a:cubicBezTo>
                    <a:cubicBezTo>
                      <a:pt x="1665107" y="2502642"/>
                      <a:pt x="1714207" y="2470977"/>
                      <a:pt x="1748363" y="2430416"/>
                    </a:cubicBezTo>
                    <a:cubicBezTo>
                      <a:pt x="1782519" y="2389856"/>
                      <a:pt x="1799597" y="2342536"/>
                      <a:pt x="1799597" y="2288455"/>
                    </a:cubicBezTo>
                    <a:cubicBezTo>
                      <a:pt x="1799597" y="2240068"/>
                      <a:pt x="1783586" y="2197372"/>
                      <a:pt x="1751565" y="2160370"/>
                    </a:cubicBezTo>
                    <a:cubicBezTo>
                      <a:pt x="1719544" y="2123368"/>
                      <a:pt x="1667598" y="2089923"/>
                      <a:pt x="1595728" y="2060037"/>
                    </a:cubicBezTo>
                    <a:cubicBezTo>
                      <a:pt x="1523858" y="2030150"/>
                      <a:pt x="1428861" y="2003821"/>
                      <a:pt x="1310738" y="1981051"/>
                    </a:cubicBezTo>
                    <a:lnTo>
                      <a:pt x="992660" y="1914873"/>
                    </a:lnTo>
                    <a:cubicBezTo>
                      <a:pt x="705180" y="1855100"/>
                      <a:pt x="480675" y="1751565"/>
                      <a:pt x="319145" y="1604267"/>
                    </a:cubicBezTo>
                    <a:cubicBezTo>
                      <a:pt x="157616" y="1456969"/>
                      <a:pt x="76851" y="1260216"/>
                      <a:pt x="76851" y="1014008"/>
                    </a:cubicBezTo>
                    <a:cubicBezTo>
                      <a:pt x="76851" y="811918"/>
                      <a:pt x="131643" y="634733"/>
                      <a:pt x="241227" y="482454"/>
                    </a:cubicBezTo>
                    <a:cubicBezTo>
                      <a:pt x="350811" y="330175"/>
                      <a:pt x="502378" y="211696"/>
                      <a:pt x="695929" y="127018"/>
                    </a:cubicBezTo>
                    <a:cubicBezTo>
                      <a:pt x="889480" y="42339"/>
                      <a:pt x="1112918" y="0"/>
                      <a:pt x="1366242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34400" b="1" dirty="0">
                  <a:latin typeface="Inter 18pt Black" panose="02000503000000020004" pitchFamily="2" charset="0"/>
                  <a:ea typeface="Inter 18pt Black" panose="02000503000000020004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2E61C0A-9751-A0ED-06DD-0E40A8BBBC29}"/>
                  </a:ext>
                </a:extLst>
              </p:cNvPr>
              <p:cNvSpPr txBox="1"/>
              <p:nvPr/>
            </p:nvSpPr>
            <p:spPr>
              <a:xfrm>
                <a:off x="3605429" y="1851970"/>
                <a:ext cx="2309803" cy="3225614"/>
              </a:xfrm>
              <a:custGeom>
                <a:avLst/>
                <a:gdLst>
                  <a:gd name="csX0" fmla="*/ 31532 w 2309803"/>
                  <a:gd name="csY0" fmla="*/ 0 h 3225614"/>
                  <a:gd name="csX1" fmla="*/ 1823257 w 2309803"/>
                  <a:gd name="csY1" fmla="*/ 0 h 3225614"/>
                  <a:gd name="csX2" fmla="*/ 1823257 w 2309803"/>
                  <a:gd name="csY2" fmla="*/ 1 h 3225614"/>
                  <a:gd name="csX3" fmla="*/ 2309803 w 2309803"/>
                  <a:gd name="csY3" fmla="*/ 1 h 3225614"/>
                  <a:gd name="csX4" fmla="*/ 2309803 w 2309803"/>
                  <a:gd name="csY4" fmla="*/ 2183854 h 3225614"/>
                  <a:gd name="csX5" fmla="*/ 2010938 w 2309803"/>
                  <a:gd name="csY5" fmla="*/ 2955568 h 3225614"/>
                  <a:gd name="csX6" fmla="*/ 1157036 w 2309803"/>
                  <a:gd name="csY6" fmla="*/ 3225614 h 3225614"/>
                  <a:gd name="csX7" fmla="*/ 301000 w 2309803"/>
                  <a:gd name="csY7" fmla="*/ 2955568 h 3225614"/>
                  <a:gd name="csX8" fmla="*/ 0 w 2309803"/>
                  <a:gd name="csY8" fmla="*/ 2181719 h 3225614"/>
                  <a:gd name="csX9" fmla="*/ 0 w 2309803"/>
                  <a:gd name="csY9" fmla="*/ 1972514 h 3225614"/>
                  <a:gd name="csX10" fmla="*/ 853901 w 2309803"/>
                  <a:gd name="csY10" fmla="*/ 1972514 h 3225614"/>
                  <a:gd name="csX11" fmla="*/ 853901 w 2309803"/>
                  <a:gd name="csY11" fmla="*/ 2196663 h 3225614"/>
                  <a:gd name="csX12" fmla="*/ 931820 w 2309803"/>
                  <a:gd name="csY12" fmla="*/ 2453900 h 3225614"/>
                  <a:gd name="csX13" fmla="*/ 1154902 w 2309803"/>
                  <a:gd name="csY13" fmla="*/ 2540358 h 3225614"/>
                  <a:gd name="csX14" fmla="*/ 1374781 w 2309803"/>
                  <a:gd name="csY14" fmla="*/ 2453900 h 3225614"/>
                  <a:gd name="csX15" fmla="*/ 1451632 w 2309803"/>
                  <a:gd name="csY15" fmla="*/ 2194528 h 3225614"/>
                  <a:gd name="csX16" fmla="*/ 1451632 w 2309803"/>
                  <a:gd name="csY16" fmla="*/ 880685 h 3225614"/>
                  <a:gd name="csX17" fmla="*/ 31532 w 2309803"/>
                  <a:gd name="csY17" fmla="*/ 880685 h 32256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2309803" h="3225614">
                    <a:moveTo>
                      <a:pt x="31532" y="0"/>
                    </a:moveTo>
                    <a:lnTo>
                      <a:pt x="1823257" y="0"/>
                    </a:lnTo>
                    <a:lnTo>
                      <a:pt x="1823257" y="1"/>
                    </a:lnTo>
                    <a:lnTo>
                      <a:pt x="2309803" y="1"/>
                    </a:lnTo>
                    <a:lnTo>
                      <a:pt x="2309803" y="2183854"/>
                    </a:lnTo>
                    <a:cubicBezTo>
                      <a:pt x="2309803" y="2518299"/>
                      <a:pt x="2210182" y="2775537"/>
                      <a:pt x="2010938" y="2955568"/>
                    </a:cubicBezTo>
                    <a:cubicBezTo>
                      <a:pt x="1811694" y="3135599"/>
                      <a:pt x="1527060" y="3225614"/>
                      <a:pt x="1157036" y="3225614"/>
                    </a:cubicBezTo>
                    <a:cubicBezTo>
                      <a:pt x="787012" y="3225614"/>
                      <a:pt x="501667" y="3135599"/>
                      <a:pt x="301000" y="2955568"/>
                    </a:cubicBezTo>
                    <a:cubicBezTo>
                      <a:pt x="100333" y="2775537"/>
                      <a:pt x="0" y="2517587"/>
                      <a:pt x="0" y="2181719"/>
                    </a:cubicBezTo>
                    <a:lnTo>
                      <a:pt x="0" y="1972514"/>
                    </a:lnTo>
                    <a:lnTo>
                      <a:pt x="853901" y="1972514"/>
                    </a:lnTo>
                    <a:lnTo>
                      <a:pt x="853901" y="2196663"/>
                    </a:lnTo>
                    <a:cubicBezTo>
                      <a:pt x="853901" y="2310516"/>
                      <a:pt x="879874" y="2396262"/>
                      <a:pt x="931820" y="2453900"/>
                    </a:cubicBezTo>
                    <a:cubicBezTo>
                      <a:pt x="983766" y="2511539"/>
                      <a:pt x="1058126" y="2540358"/>
                      <a:pt x="1154902" y="2540358"/>
                    </a:cubicBezTo>
                    <a:cubicBezTo>
                      <a:pt x="1250254" y="2540358"/>
                      <a:pt x="1323547" y="2511539"/>
                      <a:pt x="1374781" y="2453900"/>
                    </a:cubicBezTo>
                    <a:cubicBezTo>
                      <a:pt x="1426015" y="2396262"/>
                      <a:pt x="1451632" y="2309805"/>
                      <a:pt x="1451632" y="2194528"/>
                    </a:cubicBezTo>
                    <a:lnTo>
                      <a:pt x="1451632" y="880685"/>
                    </a:lnTo>
                    <a:lnTo>
                      <a:pt x="31532" y="880685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34400" b="1" dirty="0">
                  <a:latin typeface="Inter 18pt Black" panose="02000503000000020004" pitchFamily="2" charset="0"/>
                  <a:ea typeface="Inter 18pt Black" panose="02000503000000020004" pitchFamily="2" charset="0"/>
                  <a:cs typeface="Poppins" panose="000005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65636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8A6471D5-C598-0EF7-CAEC-83E7C45C60D0}"/>
              </a:ext>
            </a:extLst>
          </p:cNvPr>
          <p:cNvSpPr txBox="1"/>
          <p:nvPr/>
        </p:nvSpPr>
        <p:spPr>
          <a:xfrm>
            <a:off x="3495872" y="1655868"/>
            <a:ext cx="648279" cy="1721022"/>
          </a:xfrm>
          <a:custGeom>
            <a:avLst/>
            <a:gdLst>
              <a:gd name="csX0" fmla="*/ 648279 w 648279"/>
              <a:gd name="csY0" fmla="*/ 0 h 1721022"/>
              <a:gd name="csX1" fmla="*/ 648279 w 648279"/>
              <a:gd name="csY1" fmla="*/ 1721022 h 1721022"/>
              <a:gd name="csX2" fmla="*/ 531820 w 648279"/>
              <a:gd name="csY2" fmla="*/ 1676137 h 1721022"/>
              <a:gd name="csX3" fmla="*/ 242294 w 648279"/>
              <a:gd name="csY3" fmla="*/ 1488012 h 1721022"/>
              <a:gd name="csX4" fmla="*/ 0 w 648279"/>
              <a:gd name="csY4" fmla="*/ 897753 h 1721022"/>
              <a:gd name="csX5" fmla="*/ 164376 w 648279"/>
              <a:gd name="csY5" fmla="*/ 366199 h 1721022"/>
              <a:gd name="csX6" fmla="*/ 619078 w 648279"/>
              <a:gd name="csY6" fmla="*/ 10763 h 1721022"/>
              <a:gd name="csX7" fmla="*/ 648279 w 648279"/>
              <a:gd name="csY7" fmla="*/ 0 h 17210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48279" h="1721022">
                <a:moveTo>
                  <a:pt x="648279" y="0"/>
                </a:moveTo>
                <a:lnTo>
                  <a:pt x="648279" y="1721022"/>
                </a:lnTo>
                <a:lnTo>
                  <a:pt x="531820" y="1676137"/>
                </a:lnTo>
                <a:cubicBezTo>
                  <a:pt x="419568" y="1624369"/>
                  <a:pt x="323059" y="1561661"/>
                  <a:pt x="242294" y="1488012"/>
                </a:cubicBezTo>
                <a:cubicBezTo>
                  <a:pt x="80765" y="1340714"/>
                  <a:pt x="0" y="1143961"/>
                  <a:pt x="0" y="897753"/>
                </a:cubicBezTo>
                <a:cubicBezTo>
                  <a:pt x="0" y="695663"/>
                  <a:pt x="54792" y="518478"/>
                  <a:pt x="164376" y="366199"/>
                </a:cubicBezTo>
                <a:cubicBezTo>
                  <a:pt x="273960" y="213920"/>
                  <a:pt x="425527" y="95441"/>
                  <a:pt x="619078" y="10763"/>
                </a:cubicBezTo>
                <a:lnTo>
                  <a:pt x="648279" y="0"/>
                </a:lnTo>
                <a:close/>
              </a:path>
            </a:pathLst>
          </a:custGeom>
          <a:solidFill>
            <a:srgbClr val="0189D3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34400" b="1" dirty="0">
              <a:latin typeface="Inter 18pt Black" panose="02000503000000020004" pitchFamily="2" charset="0"/>
              <a:ea typeface="Inter 18pt Black" panose="02000503000000020004" pitchFamily="2" charset="0"/>
              <a:cs typeface="Poppins" panose="000005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B2FD52-712E-98F9-5126-438E9090B209}"/>
              </a:ext>
            </a:extLst>
          </p:cNvPr>
          <p:cNvSpPr txBox="1"/>
          <p:nvPr/>
        </p:nvSpPr>
        <p:spPr>
          <a:xfrm>
            <a:off x="3419020" y="3659424"/>
            <a:ext cx="725130" cy="909117"/>
          </a:xfrm>
          <a:custGeom>
            <a:avLst/>
            <a:gdLst>
              <a:gd name="csX0" fmla="*/ 0 w 725130"/>
              <a:gd name="csY0" fmla="*/ 0 h 909117"/>
              <a:gd name="csX1" fmla="*/ 725130 w 725130"/>
              <a:gd name="csY1" fmla="*/ 0 h 909117"/>
              <a:gd name="csX2" fmla="*/ 725130 w 725130"/>
              <a:gd name="csY2" fmla="*/ 147387 h 909117"/>
              <a:gd name="csX3" fmla="*/ 496312 w 725130"/>
              <a:gd name="csY3" fmla="*/ 847970 h 909117"/>
              <a:gd name="csX4" fmla="*/ 436097 w 725130"/>
              <a:gd name="csY4" fmla="*/ 909117 h 909117"/>
              <a:gd name="csX5" fmla="*/ 372514 w 725130"/>
              <a:gd name="csY5" fmla="*/ 866176 h 909117"/>
              <a:gd name="csX6" fmla="*/ 169713 w 725130"/>
              <a:gd name="csY6" fmla="*/ 644695 h 909117"/>
              <a:gd name="csX7" fmla="*/ 0 w 725130"/>
              <a:gd name="csY7" fmla="*/ 0 h 9091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725130" h="909117">
                <a:moveTo>
                  <a:pt x="0" y="0"/>
                </a:moveTo>
                <a:lnTo>
                  <a:pt x="725130" y="0"/>
                </a:lnTo>
                <a:lnTo>
                  <a:pt x="725130" y="147387"/>
                </a:lnTo>
                <a:cubicBezTo>
                  <a:pt x="725130" y="440027"/>
                  <a:pt x="648858" y="673554"/>
                  <a:pt x="496312" y="847970"/>
                </a:cubicBezTo>
                <a:lnTo>
                  <a:pt x="436097" y="909117"/>
                </a:lnTo>
                <a:lnTo>
                  <a:pt x="372514" y="866176"/>
                </a:lnTo>
                <a:cubicBezTo>
                  <a:pt x="293173" y="803201"/>
                  <a:pt x="225572" y="729374"/>
                  <a:pt x="169713" y="644695"/>
                </a:cubicBezTo>
                <a:cubicBezTo>
                  <a:pt x="57994" y="475338"/>
                  <a:pt x="1423" y="260440"/>
                  <a:pt x="0" y="0"/>
                </a:cubicBezTo>
                <a:close/>
              </a:path>
            </a:pathLst>
          </a:custGeom>
          <a:solidFill>
            <a:srgbClr val="0189D3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34400" b="1" dirty="0">
              <a:latin typeface="Inter 18pt Black" panose="02000503000000020004" pitchFamily="2" charset="0"/>
              <a:ea typeface="Inter 18pt Black" panose="02000503000000020004" pitchFamily="2" charset="0"/>
              <a:cs typeface="Poppins" panose="000005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26793F-226E-104C-727A-5F97A26653FA}"/>
              </a:ext>
            </a:extLst>
          </p:cNvPr>
          <p:cNvSpPr txBox="1"/>
          <p:nvPr/>
        </p:nvSpPr>
        <p:spPr>
          <a:xfrm>
            <a:off x="3781585" y="1199322"/>
            <a:ext cx="2240883" cy="3266172"/>
          </a:xfrm>
          <a:custGeom>
            <a:avLst/>
            <a:gdLst>
              <a:gd name="csX0" fmla="*/ 930145 w 2240883"/>
              <a:gd name="csY0" fmla="*/ 0 h 3266172"/>
              <a:gd name="csX1" fmla="*/ 1600457 w 2240883"/>
              <a:gd name="csY1" fmla="*/ 128085 h 3266172"/>
              <a:gd name="csX2" fmla="*/ 2035947 w 2240883"/>
              <a:gd name="csY2" fmla="*/ 490993 h 3266172"/>
              <a:gd name="csX3" fmla="*/ 2193919 w 2240883"/>
              <a:gd name="csY3" fmla="*/ 1041759 h 3266172"/>
              <a:gd name="csX4" fmla="*/ 1367769 w 2240883"/>
              <a:gd name="csY4" fmla="*/ 1041759 h 3266172"/>
              <a:gd name="csX5" fmla="*/ 1248223 w 2240883"/>
              <a:gd name="csY5" fmla="*/ 795195 h 3266172"/>
              <a:gd name="csX6" fmla="*/ 932280 w 2240883"/>
              <a:gd name="csY6" fmla="*/ 706603 h 3266172"/>
              <a:gd name="csX7" fmla="*/ 714535 w 2240883"/>
              <a:gd name="csY7" fmla="*/ 738624 h 3266172"/>
              <a:gd name="csX8" fmla="*/ 583247 w 2240883"/>
              <a:gd name="csY8" fmla="*/ 827217 h 3266172"/>
              <a:gd name="csX9" fmla="*/ 539485 w 2240883"/>
              <a:gd name="csY9" fmla="*/ 956369 h 3266172"/>
              <a:gd name="csX10" fmla="*/ 584315 w 2240883"/>
              <a:gd name="csY10" fmla="*/ 1088724 h 3266172"/>
              <a:gd name="csX11" fmla="*/ 727343 w 2240883"/>
              <a:gd name="csY11" fmla="*/ 1184788 h 3266172"/>
              <a:gd name="csX12" fmla="*/ 977109 w 2240883"/>
              <a:gd name="csY12" fmla="*/ 1257370 h 3266172"/>
              <a:gd name="csX13" fmla="*/ 1237549 w 2240883"/>
              <a:gd name="csY13" fmla="*/ 1310738 h 3266172"/>
              <a:gd name="csX14" fmla="*/ 1693319 w 2240883"/>
              <a:gd name="csY14" fmla="*/ 1454834 h 3266172"/>
              <a:gd name="csX15" fmla="*/ 2006061 w 2240883"/>
              <a:gd name="csY15" fmla="*/ 1664040 h 3266172"/>
              <a:gd name="csX16" fmla="*/ 2184312 w 2240883"/>
              <a:gd name="csY16" fmla="*/ 1937288 h 3266172"/>
              <a:gd name="csX17" fmla="*/ 2240883 w 2240883"/>
              <a:gd name="csY17" fmla="*/ 2273512 h 3266172"/>
              <a:gd name="csX18" fmla="*/ 2085046 w 2240883"/>
              <a:gd name="csY18" fmla="*/ 2813605 h 3266172"/>
              <a:gd name="csX19" fmla="*/ 1637816 w 2240883"/>
              <a:gd name="csY19" fmla="*/ 3150896 h 3266172"/>
              <a:gd name="csX20" fmla="*/ 936549 w 2240883"/>
              <a:gd name="csY20" fmla="*/ 3266172 h 3266172"/>
              <a:gd name="csX21" fmla="*/ 209666 w 2240883"/>
              <a:gd name="csY21" fmla="*/ 3142357 h 3266172"/>
              <a:gd name="csX22" fmla="*/ 64236 w 2240883"/>
              <a:gd name="csY22" fmla="*/ 3072310 h 3266172"/>
              <a:gd name="csX23" fmla="*/ 0 w 2240883"/>
              <a:gd name="csY23" fmla="*/ 3028927 h 3266172"/>
              <a:gd name="csX24" fmla="*/ 60215 w 2240883"/>
              <a:gd name="csY24" fmla="*/ 2967780 h 3266172"/>
              <a:gd name="csX25" fmla="*/ 289033 w 2240883"/>
              <a:gd name="csY25" fmla="*/ 2267197 h 3266172"/>
              <a:gd name="csX26" fmla="*/ 289033 w 2240883"/>
              <a:gd name="csY26" fmla="*/ 2119810 h 3266172"/>
              <a:gd name="csX27" fmla="*/ 387918 w 2240883"/>
              <a:gd name="csY27" fmla="*/ 2119810 h 3266172"/>
              <a:gd name="csX28" fmla="*/ 462634 w 2240883"/>
              <a:gd name="csY28" fmla="*/ 2359969 h 3266172"/>
              <a:gd name="csX29" fmla="*/ 647290 w 2240883"/>
              <a:gd name="csY29" fmla="*/ 2509402 h 3266172"/>
              <a:gd name="csX30" fmla="*/ 930145 w 2240883"/>
              <a:gd name="csY30" fmla="*/ 2559569 h 3266172"/>
              <a:gd name="csX31" fmla="*/ 1164968 w 2240883"/>
              <a:gd name="csY31" fmla="*/ 2525413 h 3266172"/>
              <a:gd name="csX32" fmla="*/ 1312266 w 2240883"/>
              <a:gd name="csY32" fmla="*/ 2430416 h 3266172"/>
              <a:gd name="csX33" fmla="*/ 1363500 w 2240883"/>
              <a:gd name="csY33" fmla="*/ 2288455 h 3266172"/>
              <a:gd name="csX34" fmla="*/ 1315468 w 2240883"/>
              <a:gd name="csY34" fmla="*/ 2160370 h 3266172"/>
              <a:gd name="csX35" fmla="*/ 1159631 w 2240883"/>
              <a:gd name="csY35" fmla="*/ 2060037 h 3266172"/>
              <a:gd name="csX36" fmla="*/ 874641 w 2240883"/>
              <a:gd name="csY36" fmla="*/ 1981051 h 3266172"/>
              <a:gd name="csX37" fmla="*/ 556563 w 2240883"/>
              <a:gd name="csY37" fmla="*/ 1914873 h 3266172"/>
              <a:gd name="csX38" fmla="*/ 352761 w 2240883"/>
              <a:gd name="csY38" fmla="*/ 1861838 h 3266172"/>
              <a:gd name="csX39" fmla="*/ 289033 w 2240883"/>
              <a:gd name="csY39" fmla="*/ 1837277 h 3266172"/>
              <a:gd name="csX40" fmla="*/ 289033 w 2240883"/>
              <a:gd name="csY40" fmla="*/ 116255 h 3266172"/>
              <a:gd name="csX41" fmla="*/ 410599 w 2240883"/>
              <a:gd name="csY41" fmla="*/ 71447 h 3266172"/>
              <a:gd name="csX42" fmla="*/ 930145 w 2240883"/>
              <a:gd name="csY42" fmla="*/ 0 h 3266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2240883" h="3266172">
                <a:moveTo>
                  <a:pt x="930145" y="0"/>
                </a:moveTo>
                <a:cubicBezTo>
                  <a:pt x="1189162" y="0"/>
                  <a:pt x="1412599" y="42695"/>
                  <a:pt x="1600457" y="128085"/>
                </a:cubicBezTo>
                <a:cubicBezTo>
                  <a:pt x="1788316" y="213475"/>
                  <a:pt x="1933479" y="334444"/>
                  <a:pt x="2035947" y="490993"/>
                </a:cubicBezTo>
                <a:cubicBezTo>
                  <a:pt x="2138415" y="647542"/>
                  <a:pt x="2191073" y="831131"/>
                  <a:pt x="2193919" y="1041759"/>
                </a:cubicBezTo>
                <a:lnTo>
                  <a:pt x="1367769" y="1041759"/>
                </a:lnTo>
                <a:cubicBezTo>
                  <a:pt x="1360653" y="936445"/>
                  <a:pt x="1320805" y="854257"/>
                  <a:pt x="1248223" y="795195"/>
                </a:cubicBezTo>
                <a:cubicBezTo>
                  <a:pt x="1175642" y="736134"/>
                  <a:pt x="1070327" y="706603"/>
                  <a:pt x="932280" y="706603"/>
                </a:cubicBezTo>
                <a:cubicBezTo>
                  <a:pt x="845466" y="706603"/>
                  <a:pt x="772885" y="717277"/>
                  <a:pt x="714535" y="738624"/>
                </a:cubicBezTo>
                <a:cubicBezTo>
                  <a:pt x="656185" y="759972"/>
                  <a:pt x="612422" y="789503"/>
                  <a:pt x="583247" y="827217"/>
                </a:cubicBezTo>
                <a:cubicBezTo>
                  <a:pt x="554072" y="864931"/>
                  <a:pt x="539485" y="907982"/>
                  <a:pt x="539485" y="956369"/>
                </a:cubicBezTo>
                <a:cubicBezTo>
                  <a:pt x="539485" y="1007603"/>
                  <a:pt x="554428" y="1051722"/>
                  <a:pt x="584315" y="1088724"/>
                </a:cubicBezTo>
                <a:cubicBezTo>
                  <a:pt x="614201" y="1125726"/>
                  <a:pt x="661878" y="1157748"/>
                  <a:pt x="727343" y="1184788"/>
                </a:cubicBezTo>
                <a:cubicBezTo>
                  <a:pt x="792809" y="1211828"/>
                  <a:pt x="876064" y="1236022"/>
                  <a:pt x="977109" y="1257370"/>
                </a:cubicBezTo>
                <a:lnTo>
                  <a:pt x="1237549" y="1310738"/>
                </a:lnTo>
                <a:cubicBezTo>
                  <a:pt x="1414022" y="1347741"/>
                  <a:pt x="1565946" y="1395773"/>
                  <a:pt x="1693319" y="1454834"/>
                </a:cubicBezTo>
                <a:cubicBezTo>
                  <a:pt x="1820692" y="1513896"/>
                  <a:pt x="1924940" y="1583631"/>
                  <a:pt x="2006061" y="1664040"/>
                </a:cubicBezTo>
                <a:cubicBezTo>
                  <a:pt x="2087181" y="1744449"/>
                  <a:pt x="2146598" y="1835532"/>
                  <a:pt x="2184312" y="1937288"/>
                </a:cubicBezTo>
                <a:cubicBezTo>
                  <a:pt x="2222026" y="2039045"/>
                  <a:pt x="2240883" y="2151119"/>
                  <a:pt x="2240883" y="2273512"/>
                </a:cubicBezTo>
                <a:cubicBezTo>
                  <a:pt x="2240883" y="2485564"/>
                  <a:pt x="2188938" y="2665595"/>
                  <a:pt x="2085046" y="2813605"/>
                </a:cubicBezTo>
                <a:cubicBezTo>
                  <a:pt x="1981155" y="2961614"/>
                  <a:pt x="1832078" y="3074045"/>
                  <a:pt x="1637816" y="3150896"/>
                </a:cubicBezTo>
                <a:cubicBezTo>
                  <a:pt x="1443553" y="3227747"/>
                  <a:pt x="1209798" y="3266172"/>
                  <a:pt x="936549" y="3266172"/>
                </a:cubicBezTo>
                <a:cubicBezTo>
                  <a:pt x="657608" y="3266172"/>
                  <a:pt x="415314" y="3224901"/>
                  <a:pt x="209666" y="3142357"/>
                </a:cubicBezTo>
                <a:cubicBezTo>
                  <a:pt x="158254" y="3121721"/>
                  <a:pt x="109777" y="3098372"/>
                  <a:pt x="64236" y="3072310"/>
                </a:cubicBezTo>
                <a:lnTo>
                  <a:pt x="0" y="3028927"/>
                </a:lnTo>
                <a:lnTo>
                  <a:pt x="60215" y="2967780"/>
                </a:lnTo>
                <a:cubicBezTo>
                  <a:pt x="212761" y="2793364"/>
                  <a:pt x="289033" y="2559837"/>
                  <a:pt x="289033" y="2267197"/>
                </a:cubicBezTo>
                <a:lnTo>
                  <a:pt x="289033" y="2119810"/>
                </a:lnTo>
                <a:lnTo>
                  <a:pt x="387918" y="2119810"/>
                </a:lnTo>
                <a:cubicBezTo>
                  <a:pt x="393610" y="2213739"/>
                  <a:pt x="418516" y="2293792"/>
                  <a:pt x="462634" y="2359969"/>
                </a:cubicBezTo>
                <a:cubicBezTo>
                  <a:pt x="506752" y="2426147"/>
                  <a:pt x="568304" y="2475958"/>
                  <a:pt x="647290" y="2509402"/>
                </a:cubicBezTo>
                <a:cubicBezTo>
                  <a:pt x="726276" y="2542847"/>
                  <a:pt x="820561" y="2559569"/>
                  <a:pt x="930145" y="2559569"/>
                </a:cubicBezTo>
                <a:cubicBezTo>
                  <a:pt x="1022651" y="2559569"/>
                  <a:pt x="1100925" y="2548184"/>
                  <a:pt x="1164968" y="2525413"/>
                </a:cubicBezTo>
                <a:cubicBezTo>
                  <a:pt x="1229010" y="2502642"/>
                  <a:pt x="1278110" y="2470977"/>
                  <a:pt x="1312266" y="2430416"/>
                </a:cubicBezTo>
                <a:cubicBezTo>
                  <a:pt x="1346422" y="2389856"/>
                  <a:pt x="1363500" y="2342536"/>
                  <a:pt x="1363500" y="2288455"/>
                </a:cubicBezTo>
                <a:cubicBezTo>
                  <a:pt x="1363500" y="2240068"/>
                  <a:pt x="1347489" y="2197372"/>
                  <a:pt x="1315468" y="2160370"/>
                </a:cubicBezTo>
                <a:cubicBezTo>
                  <a:pt x="1283447" y="2123368"/>
                  <a:pt x="1231501" y="2089923"/>
                  <a:pt x="1159631" y="2060037"/>
                </a:cubicBezTo>
                <a:cubicBezTo>
                  <a:pt x="1087761" y="2030150"/>
                  <a:pt x="992764" y="2003821"/>
                  <a:pt x="874641" y="1981051"/>
                </a:cubicBezTo>
                <a:lnTo>
                  <a:pt x="556563" y="1914873"/>
                </a:lnTo>
                <a:cubicBezTo>
                  <a:pt x="484693" y="1899930"/>
                  <a:pt x="416759" y="1882252"/>
                  <a:pt x="352761" y="1861838"/>
                </a:cubicBezTo>
                <a:lnTo>
                  <a:pt x="289033" y="1837277"/>
                </a:lnTo>
                <a:lnTo>
                  <a:pt x="289033" y="116255"/>
                </a:lnTo>
                <a:lnTo>
                  <a:pt x="410599" y="71447"/>
                </a:lnTo>
                <a:cubicBezTo>
                  <a:pt x="566970" y="23816"/>
                  <a:pt x="740152" y="0"/>
                  <a:pt x="930145" y="0"/>
                </a:cubicBezTo>
                <a:close/>
              </a:path>
            </a:pathLst>
          </a:custGeom>
          <a:solidFill>
            <a:srgbClr val="0189D3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34400" b="1" dirty="0">
              <a:latin typeface="Inter 18pt Black" panose="02000503000000020004" pitchFamily="2" charset="0"/>
              <a:ea typeface="Inter 18pt Black" panose="02000503000000020004" pitchFamily="2" charset="0"/>
              <a:cs typeface="Poppins" panose="000005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F95CFE-FE3A-416B-C92A-953C95A437A8}"/>
              </a:ext>
            </a:extLst>
          </p:cNvPr>
          <p:cNvSpPr txBox="1"/>
          <p:nvPr/>
        </p:nvSpPr>
        <p:spPr>
          <a:xfrm>
            <a:off x="1834348" y="1622956"/>
            <a:ext cx="2309803" cy="3225614"/>
          </a:xfrm>
          <a:custGeom>
            <a:avLst/>
            <a:gdLst>
              <a:gd name="csX0" fmla="*/ 31532 w 2309803"/>
              <a:gd name="csY0" fmla="*/ 0 h 3225614"/>
              <a:gd name="csX1" fmla="*/ 1823257 w 2309803"/>
              <a:gd name="csY1" fmla="*/ 0 h 3225614"/>
              <a:gd name="csX2" fmla="*/ 1823257 w 2309803"/>
              <a:gd name="csY2" fmla="*/ 1 h 3225614"/>
              <a:gd name="csX3" fmla="*/ 2309803 w 2309803"/>
              <a:gd name="csY3" fmla="*/ 1 h 3225614"/>
              <a:gd name="csX4" fmla="*/ 2309803 w 2309803"/>
              <a:gd name="csY4" fmla="*/ 32912 h 3225614"/>
              <a:gd name="csX5" fmla="*/ 2280602 w 2309803"/>
              <a:gd name="csY5" fmla="*/ 43675 h 3225614"/>
              <a:gd name="csX6" fmla="*/ 1825900 w 2309803"/>
              <a:gd name="csY6" fmla="*/ 399111 h 3225614"/>
              <a:gd name="csX7" fmla="*/ 1661524 w 2309803"/>
              <a:gd name="csY7" fmla="*/ 930665 h 3225614"/>
              <a:gd name="csX8" fmla="*/ 1903818 w 2309803"/>
              <a:gd name="csY8" fmla="*/ 1520924 h 3225614"/>
              <a:gd name="csX9" fmla="*/ 2193344 w 2309803"/>
              <a:gd name="csY9" fmla="*/ 1709049 h 3225614"/>
              <a:gd name="csX10" fmla="*/ 2309803 w 2309803"/>
              <a:gd name="csY10" fmla="*/ 1753934 h 3225614"/>
              <a:gd name="csX11" fmla="*/ 2309803 w 2309803"/>
              <a:gd name="csY11" fmla="*/ 2036467 h 3225614"/>
              <a:gd name="csX12" fmla="*/ 1584673 w 2309803"/>
              <a:gd name="csY12" fmla="*/ 2036467 h 3225614"/>
              <a:gd name="csX13" fmla="*/ 1754386 w 2309803"/>
              <a:gd name="csY13" fmla="*/ 2681162 h 3225614"/>
              <a:gd name="csX14" fmla="*/ 1957187 w 2309803"/>
              <a:gd name="csY14" fmla="*/ 2902643 h 3225614"/>
              <a:gd name="csX15" fmla="*/ 2020770 w 2309803"/>
              <a:gd name="csY15" fmla="*/ 2945584 h 3225614"/>
              <a:gd name="csX16" fmla="*/ 2010938 w 2309803"/>
              <a:gd name="csY16" fmla="*/ 2955568 h 3225614"/>
              <a:gd name="csX17" fmla="*/ 1157036 w 2309803"/>
              <a:gd name="csY17" fmla="*/ 3225614 h 3225614"/>
              <a:gd name="csX18" fmla="*/ 301000 w 2309803"/>
              <a:gd name="csY18" fmla="*/ 2955568 h 3225614"/>
              <a:gd name="csX19" fmla="*/ 0 w 2309803"/>
              <a:gd name="csY19" fmla="*/ 2181719 h 3225614"/>
              <a:gd name="csX20" fmla="*/ 0 w 2309803"/>
              <a:gd name="csY20" fmla="*/ 1972514 h 3225614"/>
              <a:gd name="csX21" fmla="*/ 853901 w 2309803"/>
              <a:gd name="csY21" fmla="*/ 1972514 h 3225614"/>
              <a:gd name="csX22" fmla="*/ 853901 w 2309803"/>
              <a:gd name="csY22" fmla="*/ 2196663 h 3225614"/>
              <a:gd name="csX23" fmla="*/ 931820 w 2309803"/>
              <a:gd name="csY23" fmla="*/ 2453900 h 3225614"/>
              <a:gd name="csX24" fmla="*/ 1154902 w 2309803"/>
              <a:gd name="csY24" fmla="*/ 2540358 h 3225614"/>
              <a:gd name="csX25" fmla="*/ 1374781 w 2309803"/>
              <a:gd name="csY25" fmla="*/ 2453900 h 3225614"/>
              <a:gd name="csX26" fmla="*/ 1451632 w 2309803"/>
              <a:gd name="csY26" fmla="*/ 2194528 h 3225614"/>
              <a:gd name="csX27" fmla="*/ 1451632 w 2309803"/>
              <a:gd name="csY27" fmla="*/ 880685 h 3225614"/>
              <a:gd name="csX28" fmla="*/ 31532 w 2309803"/>
              <a:gd name="csY28" fmla="*/ 880685 h 3225614"/>
              <a:gd name="csX29" fmla="*/ 31532 w 2309803"/>
              <a:gd name="csY29" fmla="*/ 0 h 32256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2309803" h="3225614">
                <a:moveTo>
                  <a:pt x="31532" y="0"/>
                </a:moveTo>
                <a:lnTo>
                  <a:pt x="1823257" y="0"/>
                </a:lnTo>
                <a:lnTo>
                  <a:pt x="1823257" y="1"/>
                </a:lnTo>
                <a:lnTo>
                  <a:pt x="2309803" y="1"/>
                </a:lnTo>
                <a:lnTo>
                  <a:pt x="2309803" y="32912"/>
                </a:lnTo>
                <a:lnTo>
                  <a:pt x="2280602" y="43675"/>
                </a:lnTo>
                <a:cubicBezTo>
                  <a:pt x="2087051" y="128353"/>
                  <a:pt x="1935484" y="246832"/>
                  <a:pt x="1825900" y="399111"/>
                </a:cubicBezTo>
                <a:cubicBezTo>
                  <a:pt x="1716316" y="551390"/>
                  <a:pt x="1661524" y="728575"/>
                  <a:pt x="1661524" y="930665"/>
                </a:cubicBezTo>
                <a:cubicBezTo>
                  <a:pt x="1661524" y="1176873"/>
                  <a:pt x="1742289" y="1373626"/>
                  <a:pt x="1903818" y="1520924"/>
                </a:cubicBezTo>
                <a:cubicBezTo>
                  <a:pt x="1984583" y="1594573"/>
                  <a:pt x="2081092" y="1657281"/>
                  <a:pt x="2193344" y="1709049"/>
                </a:cubicBezTo>
                <a:lnTo>
                  <a:pt x="2309803" y="1753934"/>
                </a:lnTo>
                <a:lnTo>
                  <a:pt x="2309803" y="2036467"/>
                </a:lnTo>
                <a:lnTo>
                  <a:pt x="1584673" y="2036467"/>
                </a:lnTo>
                <a:cubicBezTo>
                  <a:pt x="1586096" y="2296907"/>
                  <a:pt x="1642667" y="2511805"/>
                  <a:pt x="1754386" y="2681162"/>
                </a:cubicBezTo>
                <a:cubicBezTo>
                  <a:pt x="1810245" y="2765841"/>
                  <a:pt x="1877846" y="2839668"/>
                  <a:pt x="1957187" y="2902643"/>
                </a:cubicBezTo>
                <a:lnTo>
                  <a:pt x="2020770" y="2945584"/>
                </a:lnTo>
                <a:lnTo>
                  <a:pt x="2010938" y="2955568"/>
                </a:lnTo>
                <a:cubicBezTo>
                  <a:pt x="1811694" y="3135599"/>
                  <a:pt x="1527060" y="3225614"/>
                  <a:pt x="1157036" y="3225614"/>
                </a:cubicBezTo>
                <a:cubicBezTo>
                  <a:pt x="787012" y="3225614"/>
                  <a:pt x="501667" y="3135599"/>
                  <a:pt x="301000" y="2955568"/>
                </a:cubicBezTo>
                <a:cubicBezTo>
                  <a:pt x="100333" y="2775537"/>
                  <a:pt x="0" y="2517587"/>
                  <a:pt x="0" y="2181719"/>
                </a:cubicBezTo>
                <a:lnTo>
                  <a:pt x="0" y="1972514"/>
                </a:lnTo>
                <a:lnTo>
                  <a:pt x="853901" y="1972514"/>
                </a:lnTo>
                <a:lnTo>
                  <a:pt x="853901" y="2196663"/>
                </a:lnTo>
                <a:cubicBezTo>
                  <a:pt x="853901" y="2310516"/>
                  <a:pt x="879874" y="2396262"/>
                  <a:pt x="931820" y="2453900"/>
                </a:cubicBezTo>
                <a:cubicBezTo>
                  <a:pt x="983766" y="2511539"/>
                  <a:pt x="1058126" y="2540358"/>
                  <a:pt x="1154902" y="2540358"/>
                </a:cubicBezTo>
                <a:cubicBezTo>
                  <a:pt x="1250254" y="2540358"/>
                  <a:pt x="1323547" y="2511539"/>
                  <a:pt x="1374781" y="2453900"/>
                </a:cubicBezTo>
                <a:cubicBezTo>
                  <a:pt x="1426015" y="2396262"/>
                  <a:pt x="1451632" y="2309805"/>
                  <a:pt x="1451632" y="2194528"/>
                </a:cubicBezTo>
                <a:lnTo>
                  <a:pt x="1451632" y="880685"/>
                </a:lnTo>
                <a:lnTo>
                  <a:pt x="31532" y="880685"/>
                </a:lnTo>
                <a:lnTo>
                  <a:pt x="31532" y="0"/>
                </a:lnTo>
                <a:close/>
              </a:path>
            </a:pathLst>
          </a:custGeom>
          <a:solidFill>
            <a:srgbClr val="FE026F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34400" b="1" dirty="0">
              <a:latin typeface="Inter 18pt Black" panose="02000503000000020004" pitchFamily="2" charset="0"/>
              <a:ea typeface="Inter 18pt Black" panose="02000503000000020004" pitchFamily="2" charset="0"/>
              <a:cs typeface="Poppins" panose="00000500000000000000" pitchFamily="2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8E29F96-015A-5255-EC0F-5616DE36CD8B}"/>
              </a:ext>
            </a:extLst>
          </p:cNvPr>
          <p:cNvCxnSpPr/>
          <p:nvPr/>
        </p:nvCxnSpPr>
        <p:spPr>
          <a:xfrm>
            <a:off x="1834347" y="709448"/>
            <a:ext cx="0" cy="49661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6BCD6BA-C952-F1C0-B236-4FB6AE0D2CAC}"/>
              </a:ext>
            </a:extLst>
          </p:cNvPr>
          <p:cNvSpPr txBox="1"/>
          <p:nvPr/>
        </p:nvSpPr>
        <p:spPr>
          <a:xfrm>
            <a:off x="9019163" y="1795914"/>
            <a:ext cx="2676980" cy="3266172"/>
          </a:xfrm>
          <a:custGeom>
            <a:avLst/>
            <a:gdLst/>
            <a:ahLst/>
            <a:cxnLst/>
            <a:rect l="l" t="t" r="r" b="b"/>
            <a:pathLst>
              <a:path w="2676980" h="3266172">
                <a:moveTo>
                  <a:pt x="1366242" y="0"/>
                </a:moveTo>
                <a:cubicBezTo>
                  <a:pt x="1625259" y="0"/>
                  <a:pt x="1848696" y="42695"/>
                  <a:pt x="2036554" y="128085"/>
                </a:cubicBezTo>
                <a:cubicBezTo>
                  <a:pt x="2224413" y="213475"/>
                  <a:pt x="2369576" y="334444"/>
                  <a:pt x="2472044" y="490993"/>
                </a:cubicBezTo>
                <a:cubicBezTo>
                  <a:pt x="2574512" y="647542"/>
                  <a:pt x="2627170" y="831131"/>
                  <a:pt x="2630016" y="1041759"/>
                </a:cubicBezTo>
                <a:lnTo>
                  <a:pt x="1803866" y="1041759"/>
                </a:lnTo>
                <a:cubicBezTo>
                  <a:pt x="1796750" y="936445"/>
                  <a:pt x="1756902" y="854257"/>
                  <a:pt x="1684320" y="795195"/>
                </a:cubicBezTo>
                <a:cubicBezTo>
                  <a:pt x="1611739" y="736134"/>
                  <a:pt x="1506424" y="706603"/>
                  <a:pt x="1368377" y="706603"/>
                </a:cubicBezTo>
                <a:cubicBezTo>
                  <a:pt x="1281563" y="706603"/>
                  <a:pt x="1208982" y="717277"/>
                  <a:pt x="1150632" y="738624"/>
                </a:cubicBezTo>
                <a:cubicBezTo>
                  <a:pt x="1092282" y="759972"/>
                  <a:pt x="1048519" y="789503"/>
                  <a:pt x="1019344" y="827217"/>
                </a:cubicBezTo>
                <a:cubicBezTo>
                  <a:pt x="990169" y="864931"/>
                  <a:pt x="975582" y="907982"/>
                  <a:pt x="975582" y="956369"/>
                </a:cubicBezTo>
                <a:cubicBezTo>
                  <a:pt x="975582" y="1007603"/>
                  <a:pt x="990525" y="1051722"/>
                  <a:pt x="1020412" y="1088724"/>
                </a:cubicBezTo>
                <a:cubicBezTo>
                  <a:pt x="1050298" y="1125726"/>
                  <a:pt x="1097975" y="1157748"/>
                  <a:pt x="1163440" y="1184788"/>
                </a:cubicBezTo>
                <a:cubicBezTo>
                  <a:pt x="1228906" y="1211828"/>
                  <a:pt x="1312161" y="1236022"/>
                  <a:pt x="1413206" y="1257370"/>
                </a:cubicBezTo>
                <a:lnTo>
                  <a:pt x="1673646" y="1310738"/>
                </a:lnTo>
                <a:cubicBezTo>
                  <a:pt x="1850119" y="1347741"/>
                  <a:pt x="2002043" y="1395773"/>
                  <a:pt x="2129416" y="1454834"/>
                </a:cubicBezTo>
                <a:cubicBezTo>
                  <a:pt x="2256789" y="1513896"/>
                  <a:pt x="2361037" y="1583631"/>
                  <a:pt x="2442158" y="1664040"/>
                </a:cubicBezTo>
                <a:cubicBezTo>
                  <a:pt x="2523278" y="1744449"/>
                  <a:pt x="2582695" y="1835532"/>
                  <a:pt x="2620409" y="1937288"/>
                </a:cubicBezTo>
                <a:cubicBezTo>
                  <a:pt x="2658123" y="2039045"/>
                  <a:pt x="2676980" y="2151119"/>
                  <a:pt x="2676980" y="2273512"/>
                </a:cubicBezTo>
                <a:cubicBezTo>
                  <a:pt x="2676980" y="2485564"/>
                  <a:pt x="2625035" y="2665595"/>
                  <a:pt x="2521143" y="2813605"/>
                </a:cubicBezTo>
                <a:cubicBezTo>
                  <a:pt x="2417252" y="2961614"/>
                  <a:pt x="2268175" y="3074045"/>
                  <a:pt x="2073913" y="3150896"/>
                </a:cubicBezTo>
                <a:cubicBezTo>
                  <a:pt x="1879650" y="3227747"/>
                  <a:pt x="1645895" y="3266172"/>
                  <a:pt x="1372646" y="3266172"/>
                </a:cubicBezTo>
                <a:cubicBezTo>
                  <a:pt x="1093705" y="3266172"/>
                  <a:pt x="851411" y="3224901"/>
                  <a:pt x="645763" y="3142357"/>
                </a:cubicBezTo>
                <a:cubicBezTo>
                  <a:pt x="440115" y="3059813"/>
                  <a:pt x="281431" y="2933862"/>
                  <a:pt x="169713" y="2764505"/>
                </a:cubicBezTo>
                <a:cubicBezTo>
                  <a:pt x="57994" y="2595148"/>
                  <a:pt x="1423" y="2380250"/>
                  <a:pt x="0" y="2119810"/>
                </a:cubicBezTo>
                <a:lnTo>
                  <a:pt x="824015" y="2119810"/>
                </a:lnTo>
                <a:cubicBezTo>
                  <a:pt x="829707" y="2213739"/>
                  <a:pt x="854613" y="2293792"/>
                  <a:pt x="898731" y="2359969"/>
                </a:cubicBezTo>
                <a:cubicBezTo>
                  <a:pt x="942849" y="2426147"/>
                  <a:pt x="1004401" y="2475958"/>
                  <a:pt x="1083387" y="2509402"/>
                </a:cubicBezTo>
                <a:cubicBezTo>
                  <a:pt x="1162373" y="2542847"/>
                  <a:pt x="1256658" y="2559569"/>
                  <a:pt x="1366242" y="2559569"/>
                </a:cubicBezTo>
                <a:cubicBezTo>
                  <a:pt x="1458748" y="2559569"/>
                  <a:pt x="1537022" y="2548184"/>
                  <a:pt x="1601065" y="2525413"/>
                </a:cubicBezTo>
                <a:cubicBezTo>
                  <a:pt x="1665107" y="2502642"/>
                  <a:pt x="1714207" y="2470977"/>
                  <a:pt x="1748363" y="2430416"/>
                </a:cubicBezTo>
                <a:cubicBezTo>
                  <a:pt x="1782519" y="2389856"/>
                  <a:pt x="1799597" y="2342536"/>
                  <a:pt x="1799597" y="2288455"/>
                </a:cubicBezTo>
                <a:cubicBezTo>
                  <a:pt x="1799597" y="2240068"/>
                  <a:pt x="1783586" y="2197372"/>
                  <a:pt x="1751565" y="2160370"/>
                </a:cubicBezTo>
                <a:cubicBezTo>
                  <a:pt x="1719544" y="2123368"/>
                  <a:pt x="1667598" y="2089923"/>
                  <a:pt x="1595728" y="2060037"/>
                </a:cubicBezTo>
                <a:cubicBezTo>
                  <a:pt x="1523858" y="2030150"/>
                  <a:pt x="1428861" y="2003821"/>
                  <a:pt x="1310738" y="1981051"/>
                </a:cubicBezTo>
                <a:lnTo>
                  <a:pt x="992660" y="1914873"/>
                </a:lnTo>
                <a:cubicBezTo>
                  <a:pt x="705180" y="1855100"/>
                  <a:pt x="480675" y="1751565"/>
                  <a:pt x="319145" y="1604267"/>
                </a:cubicBezTo>
                <a:cubicBezTo>
                  <a:pt x="157616" y="1456969"/>
                  <a:pt x="76851" y="1260216"/>
                  <a:pt x="76851" y="1014008"/>
                </a:cubicBezTo>
                <a:cubicBezTo>
                  <a:pt x="76851" y="811918"/>
                  <a:pt x="131643" y="634733"/>
                  <a:pt x="241227" y="482454"/>
                </a:cubicBezTo>
                <a:cubicBezTo>
                  <a:pt x="350811" y="330175"/>
                  <a:pt x="502378" y="211696"/>
                  <a:pt x="695929" y="127018"/>
                </a:cubicBezTo>
                <a:cubicBezTo>
                  <a:pt x="889480" y="42339"/>
                  <a:pt x="1112918" y="0"/>
                  <a:pt x="136624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34400" b="1" dirty="0">
              <a:latin typeface="Inter 18pt Black" panose="02000503000000020004" pitchFamily="2" charset="0"/>
              <a:ea typeface="Inter 18pt Black" panose="02000503000000020004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0C5F03-7BB5-020F-7AA3-259CD0CC512E}"/>
              </a:ext>
            </a:extLst>
          </p:cNvPr>
          <p:cNvSpPr txBox="1"/>
          <p:nvPr/>
        </p:nvSpPr>
        <p:spPr>
          <a:xfrm>
            <a:off x="7434490" y="1922965"/>
            <a:ext cx="2309803" cy="3225614"/>
          </a:xfrm>
          <a:custGeom>
            <a:avLst/>
            <a:gdLst>
              <a:gd name="csX0" fmla="*/ 31532 w 2309803"/>
              <a:gd name="csY0" fmla="*/ 0 h 3225614"/>
              <a:gd name="csX1" fmla="*/ 1823257 w 2309803"/>
              <a:gd name="csY1" fmla="*/ 0 h 3225614"/>
              <a:gd name="csX2" fmla="*/ 1823257 w 2309803"/>
              <a:gd name="csY2" fmla="*/ 1 h 3225614"/>
              <a:gd name="csX3" fmla="*/ 2309803 w 2309803"/>
              <a:gd name="csY3" fmla="*/ 1 h 3225614"/>
              <a:gd name="csX4" fmla="*/ 2309803 w 2309803"/>
              <a:gd name="csY4" fmla="*/ 2183854 h 3225614"/>
              <a:gd name="csX5" fmla="*/ 2010938 w 2309803"/>
              <a:gd name="csY5" fmla="*/ 2955568 h 3225614"/>
              <a:gd name="csX6" fmla="*/ 1157036 w 2309803"/>
              <a:gd name="csY6" fmla="*/ 3225614 h 3225614"/>
              <a:gd name="csX7" fmla="*/ 301000 w 2309803"/>
              <a:gd name="csY7" fmla="*/ 2955568 h 3225614"/>
              <a:gd name="csX8" fmla="*/ 0 w 2309803"/>
              <a:gd name="csY8" fmla="*/ 2181719 h 3225614"/>
              <a:gd name="csX9" fmla="*/ 0 w 2309803"/>
              <a:gd name="csY9" fmla="*/ 1972514 h 3225614"/>
              <a:gd name="csX10" fmla="*/ 853901 w 2309803"/>
              <a:gd name="csY10" fmla="*/ 1972514 h 3225614"/>
              <a:gd name="csX11" fmla="*/ 853901 w 2309803"/>
              <a:gd name="csY11" fmla="*/ 2196663 h 3225614"/>
              <a:gd name="csX12" fmla="*/ 931820 w 2309803"/>
              <a:gd name="csY12" fmla="*/ 2453900 h 3225614"/>
              <a:gd name="csX13" fmla="*/ 1154902 w 2309803"/>
              <a:gd name="csY13" fmla="*/ 2540358 h 3225614"/>
              <a:gd name="csX14" fmla="*/ 1374781 w 2309803"/>
              <a:gd name="csY14" fmla="*/ 2453900 h 3225614"/>
              <a:gd name="csX15" fmla="*/ 1451632 w 2309803"/>
              <a:gd name="csY15" fmla="*/ 2194528 h 3225614"/>
              <a:gd name="csX16" fmla="*/ 1451632 w 2309803"/>
              <a:gd name="csY16" fmla="*/ 880685 h 3225614"/>
              <a:gd name="csX17" fmla="*/ 31532 w 2309803"/>
              <a:gd name="csY17" fmla="*/ 880685 h 32256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2309803" h="3225614">
                <a:moveTo>
                  <a:pt x="31532" y="0"/>
                </a:moveTo>
                <a:lnTo>
                  <a:pt x="1823257" y="0"/>
                </a:lnTo>
                <a:lnTo>
                  <a:pt x="1823257" y="1"/>
                </a:lnTo>
                <a:lnTo>
                  <a:pt x="2309803" y="1"/>
                </a:lnTo>
                <a:lnTo>
                  <a:pt x="2309803" y="2183854"/>
                </a:lnTo>
                <a:cubicBezTo>
                  <a:pt x="2309803" y="2518299"/>
                  <a:pt x="2210182" y="2775537"/>
                  <a:pt x="2010938" y="2955568"/>
                </a:cubicBezTo>
                <a:cubicBezTo>
                  <a:pt x="1811694" y="3135599"/>
                  <a:pt x="1527060" y="3225614"/>
                  <a:pt x="1157036" y="3225614"/>
                </a:cubicBezTo>
                <a:cubicBezTo>
                  <a:pt x="787012" y="3225614"/>
                  <a:pt x="501667" y="3135599"/>
                  <a:pt x="301000" y="2955568"/>
                </a:cubicBezTo>
                <a:cubicBezTo>
                  <a:pt x="100333" y="2775537"/>
                  <a:pt x="0" y="2517587"/>
                  <a:pt x="0" y="2181719"/>
                </a:cubicBezTo>
                <a:lnTo>
                  <a:pt x="0" y="1972514"/>
                </a:lnTo>
                <a:lnTo>
                  <a:pt x="853901" y="1972514"/>
                </a:lnTo>
                <a:lnTo>
                  <a:pt x="853901" y="2196663"/>
                </a:lnTo>
                <a:cubicBezTo>
                  <a:pt x="853901" y="2310516"/>
                  <a:pt x="879874" y="2396262"/>
                  <a:pt x="931820" y="2453900"/>
                </a:cubicBezTo>
                <a:cubicBezTo>
                  <a:pt x="983766" y="2511539"/>
                  <a:pt x="1058126" y="2540358"/>
                  <a:pt x="1154902" y="2540358"/>
                </a:cubicBezTo>
                <a:cubicBezTo>
                  <a:pt x="1250254" y="2540358"/>
                  <a:pt x="1323547" y="2511539"/>
                  <a:pt x="1374781" y="2453900"/>
                </a:cubicBezTo>
                <a:cubicBezTo>
                  <a:pt x="1426015" y="2396262"/>
                  <a:pt x="1451632" y="2309805"/>
                  <a:pt x="1451632" y="2194528"/>
                </a:cubicBezTo>
                <a:lnTo>
                  <a:pt x="1451632" y="880685"/>
                </a:lnTo>
                <a:lnTo>
                  <a:pt x="31532" y="88068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34400" b="1" dirty="0">
              <a:latin typeface="Inter 18pt Black" panose="02000503000000020004" pitchFamily="2" charset="0"/>
              <a:ea typeface="Inter 18pt Black" panose="02000503000000020004" pitchFamily="2" charset="0"/>
              <a:cs typeface="Poppins" panose="00000500000000000000" pitchFamily="2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66D3F2F-CE51-B15C-4F5E-C5C390DB0D07}"/>
              </a:ext>
            </a:extLst>
          </p:cNvPr>
          <p:cNvSpPr/>
          <p:nvPr/>
        </p:nvSpPr>
        <p:spPr>
          <a:xfrm>
            <a:off x="3631943" y="2112859"/>
            <a:ext cx="668317" cy="668317"/>
          </a:xfrm>
          <a:prstGeom prst="ellipse">
            <a:avLst/>
          </a:prstGeom>
          <a:solidFill>
            <a:srgbClr val="0100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BB2151E-2A83-DBA3-13D1-B7FBEAB89061}"/>
              </a:ext>
            </a:extLst>
          </p:cNvPr>
          <p:cNvSpPr/>
          <p:nvPr/>
        </p:nvSpPr>
        <p:spPr>
          <a:xfrm>
            <a:off x="3631943" y="3639644"/>
            <a:ext cx="668317" cy="668317"/>
          </a:xfrm>
          <a:prstGeom prst="ellipse">
            <a:avLst/>
          </a:prstGeom>
          <a:solidFill>
            <a:srgbClr val="0100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903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3B678C3-F98D-4F95-FDF0-3C914DDB7897}"/>
              </a:ext>
            </a:extLst>
          </p:cNvPr>
          <p:cNvSpPr/>
          <p:nvPr/>
        </p:nvSpPr>
        <p:spPr>
          <a:xfrm>
            <a:off x="4829379" y="1641379"/>
            <a:ext cx="636001" cy="673339"/>
          </a:xfrm>
          <a:custGeom>
            <a:avLst/>
            <a:gdLst>
              <a:gd name="csX0" fmla="*/ 636001 w 636001"/>
              <a:gd name="csY0" fmla="*/ 0 h 673339"/>
              <a:gd name="csX1" fmla="*/ 636001 w 636001"/>
              <a:gd name="csY1" fmla="*/ 673339 h 673339"/>
              <a:gd name="csX2" fmla="*/ 632178 w 636001"/>
              <a:gd name="csY2" fmla="*/ 661023 h 673339"/>
              <a:gd name="csX3" fmla="*/ 226888 w 636001"/>
              <a:gd name="csY3" fmla="*/ 392379 h 673339"/>
              <a:gd name="csX4" fmla="*/ 55676 w 636001"/>
              <a:gd name="csY4" fmla="*/ 426945 h 673339"/>
              <a:gd name="csX5" fmla="*/ 0 w 636001"/>
              <a:gd name="csY5" fmla="*/ 457164 h 673339"/>
              <a:gd name="csX6" fmla="*/ 27468 w 636001"/>
              <a:gd name="csY6" fmla="*/ 411758 h 673339"/>
              <a:gd name="csX7" fmla="*/ 482170 w 636001"/>
              <a:gd name="csY7" fmla="*/ 56322 h 673339"/>
              <a:gd name="csX8" fmla="*/ 632937 w 636001"/>
              <a:gd name="csY8" fmla="*/ 751 h 673339"/>
              <a:gd name="csX9" fmla="*/ 636001 w 636001"/>
              <a:gd name="csY9" fmla="*/ 0 h 6733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36001" h="673339">
                <a:moveTo>
                  <a:pt x="636001" y="0"/>
                </a:moveTo>
                <a:lnTo>
                  <a:pt x="636001" y="673339"/>
                </a:lnTo>
                <a:lnTo>
                  <a:pt x="632178" y="661023"/>
                </a:lnTo>
                <a:cubicBezTo>
                  <a:pt x="565404" y="503152"/>
                  <a:pt x="409083" y="392379"/>
                  <a:pt x="226888" y="392379"/>
                </a:cubicBezTo>
                <a:cubicBezTo>
                  <a:pt x="166157" y="392379"/>
                  <a:pt x="108300" y="404687"/>
                  <a:pt x="55676" y="426945"/>
                </a:cubicBezTo>
                <a:lnTo>
                  <a:pt x="0" y="457164"/>
                </a:lnTo>
                <a:lnTo>
                  <a:pt x="27468" y="411758"/>
                </a:lnTo>
                <a:cubicBezTo>
                  <a:pt x="137052" y="259479"/>
                  <a:pt x="288619" y="141000"/>
                  <a:pt x="482170" y="56322"/>
                </a:cubicBezTo>
                <a:cubicBezTo>
                  <a:pt x="530558" y="35152"/>
                  <a:pt x="580814" y="16629"/>
                  <a:pt x="632937" y="751"/>
                </a:cubicBezTo>
                <a:lnTo>
                  <a:pt x="63600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116A9B5-387A-075F-3846-3235365B7BF6}"/>
              </a:ext>
            </a:extLst>
          </p:cNvPr>
          <p:cNvSpPr/>
          <p:nvPr/>
        </p:nvSpPr>
        <p:spPr>
          <a:xfrm>
            <a:off x="4616411" y="2098543"/>
            <a:ext cx="212968" cy="636447"/>
          </a:xfrm>
          <a:custGeom>
            <a:avLst/>
            <a:gdLst>
              <a:gd name="csX0" fmla="*/ 212968 w 212968"/>
              <a:gd name="csY0" fmla="*/ 0 h 636447"/>
              <a:gd name="csX1" fmla="*/ 168522 w 212968"/>
              <a:gd name="csY1" fmla="*/ 73473 h 636447"/>
              <a:gd name="csX2" fmla="*/ 76060 w 212968"/>
              <a:gd name="csY2" fmla="*/ 486148 h 636447"/>
              <a:gd name="csX3" fmla="*/ 79846 w 212968"/>
              <a:gd name="csY3" fmla="*/ 576158 h 636447"/>
              <a:gd name="csX4" fmla="*/ 87866 w 212968"/>
              <a:gd name="csY4" fmla="*/ 636447 h 636447"/>
              <a:gd name="csX5" fmla="*/ 75120 w 212968"/>
              <a:gd name="csY5" fmla="*/ 620999 h 636447"/>
              <a:gd name="csX6" fmla="*/ 0 w 212968"/>
              <a:gd name="csY6" fmla="*/ 375071 h 636447"/>
              <a:gd name="csX7" fmla="*/ 193928 w 212968"/>
              <a:gd name="csY7" fmla="*/ 10335 h 636447"/>
              <a:gd name="csX8" fmla="*/ 212968 w 212968"/>
              <a:gd name="csY8" fmla="*/ 0 h 6364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12968" h="636447">
                <a:moveTo>
                  <a:pt x="212968" y="0"/>
                </a:moveTo>
                <a:lnTo>
                  <a:pt x="168522" y="73473"/>
                </a:lnTo>
                <a:cubicBezTo>
                  <a:pt x="106881" y="197022"/>
                  <a:pt x="76060" y="334580"/>
                  <a:pt x="76060" y="486148"/>
                </a:cubicBezTo>
                <a:cubicBezTo>
                  <a:pt x="76060" y="516924"/>
                  <a:pt x="77322" y="546927"/>
                  <a:pt x="79846" y="576158"/>
                </a:cubicBezTo>
                <a:lnTo>
                  <a:pt x="87866" y="636447"/>
                </a:lnTo>
                <a:lnTo>
                  <a:pt x="75120" y="620999"/>
                </a:lnTo>
                <a:cubicBezTo>
                  <a:pt x="27694" y="550797"/>
                  <a:pt x="0" y="466168"/>
                  <a:pt x="0" y="375071"/>
                </a:cubicBezTo>
                <a:cubicBezTo>
                  <a:pt x="0" y="223242"/>
                  <a:pt x="76926" y="89381"/>
                  <a:pt x="193928" y="10335"/>
                </a:cubicBezTo>
                <a:lnTo>
                  <a:pt x="212968" y="0"/>
                </a:lnTo>
                <a:close/>
              </a:path>
            </a:pathLst>
          </a:custGeom>
          <a:solidFill>
            <a:srgbClr val="FE02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B5DD224-CC7B-2DD4-8303-064127E07A4C}"/>
              </a:ext>
            </a:extLst>
          </p:cNvPr>
          <p:cNvSpPr/>
          <p:nvPr/>
        </p:nvSpPr>
        <p:spPr>
          <a:xfrm>
            <a:off x="5465380" y="2314718"/>
            <a:ext cx="30743" cy="317792"/>
          </a:xfrm>
          <a:custGeom>
            <a:avLst/>
            <a:gdLst>
              <a:gd name="csX0" fmla="*/ 0 w 30743"/>
              <a:gd name="csY0" fmla="*/ 0 h 317792"/>
              <a:gd name="csX1" fmla="*/ 21807 w 30743"/>
              <a:gd name="csY1" fmla="*/ 70250 h 317792"/>
              <a:gd name="csX2" fmla="*/ 30743 w 30743"/>
              <a:gd name="csY2" fmla="*/ 158896 h 317792"/>
              <a:gd name="csX3" fmla="*/ 21807 w 30743"/>
              <a:gd name="csY3" fmla="*/ 247542 h 317792"/>
              <a:gd name="csX4" fmla="*/ 0 w 30743"/>
              <a:gd name="csY4" fmla="*/ 317792 h 317792"/>
              <a:gd name="csX5" fmla="*/ 0 w 30743"/>
              <a:gd name="csY5" fmla="*/ 0 h 3177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0743" h="317792">
                <a:moveTo>
                  <a:pt x="0" y="0"/>
                </a:moveTo>
                <a:lnTo>
                  <a:pt x="21807" y="70250"/>
                </a:lnTo>
                <a:cubicBezTo>
                  <a:pt x="27666" y="98883"/>
                  <a:pt x="30743" y="128530"/>
                  <a:pt x="30743" y="158896"/>
                </a:cubicBezTo>
                <a:cubicBezTo>
                  <a:pt x="30743" y="189262"/>
                  <a:pt x="27666" y="218909"/>
                  <a:pt x="21807" y="247542"/>
                </a:cubicBezTo>
                <a:lnTo>
                  <a:pt x="0" y="317792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2E036FB-30D1-F759-9296-59FFCD46F783}"/>
              </a:ext>
            </a:extLst>
          </p:cNvPr>
          <p:cNvSpPr/>
          <p:nvPr/>
        </p:nvSpPr>
        <p:spPr>
          <a:xfrm>
            <a:off x="4704277" y="2632510"/>
            <a:ext cx="761103" cy="815860"/>
          </a:xfrm>
          <a:custGeom>
            <a:avLst/>
            <a:gdLst>
              <a:gd name="csX0" fmla="*/ 761103 w 761103"/>
              <a:gd name="csY0" fmla="*/ 0 h 815860"/>
              <a:gd name="csX1" fmla="*/ 761103 w 761103"/>
              <a:gd name="csY1" fmla="*/ 815860 h 815860"/>
              <a:gd name="csX2" fmla="*/ 700201 w 761103"/>
              <a:gd name="csY2" fmla="*/ 800011 h 815860"/>
              <a:gd name="csX3" fmla="*/ 230488 w 761103"/>
              <a:gd name="csY3" fmla="*/ 542440 h 815860"/>
              <a:gd name="csX4" fmla="*/ 3337 w 761103"/>
              <a:gd name="csY4" fmla="*/ 127564 h 815860"/>
              <a:gd name="csX5" fmla="*/ 0 w 761103"/>
              <a:gd name="csY5" fmla="*/ 102480 h 815860"/>
              <a:gd name="csX6" fmla="*/ 40965 w 761103"/>
              <a:gd name="csY6" fmla="*/ 152129 h 815860"/>
              <a:gd name="csX7" fmla="*/ 351990 w 761103"/>
              <a:gd name="csY7" fmla="*/ 280960 h 815860"/>
              <a:gd name="csX8" fmla="*/ 757280 w 761103"/>
              <a:gd name="csY8" fmla="*/ 12316 h 815860"/>
              <a:gd name="csX9" fmla="*/ 761103 w 761103"/>
              <a:gd name="csY9" fmla="*/ 0 h 8158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761103" h="815860">
                <a:moveTo>
                  <a:pt x="761103" y="0"/>
                </a:moveTo>
                <a:lnTo>
                  <a:pt x="761103" y="815860"/>
                </a:lnTo>
                <a:lnTo>
                  <a:pt x="700201" y="800011"/>
                </a:lnTo>
                <a:cubicBezTo>
                  <a:pt x="508207" y="738770"/>
                  <a:pt x="351636" y="652913"/>
                  <a:pt x="230488" y="542440"/>
                </a:cubicBezTo>
                <a:cubicBezTo>
                  <a:pt x="109341" y="431966"/>
                  <a:pt x="33624" y="293674"/>
                  <a:pt x="3337" y="127564"/>
                </a:cubicBezTo>
                <a:lnTo>
                  <a:pt x="0" y="102480"/>
                </a:lnTo>
                <a:lnTo>
                  <a:pt x="40965" y="152129"/>
                </a:lnTo>
                <a:cubicBezTo>
                  <a:pt x="120563" y="231727"/>
                  <a:pt x="230527" y="280960"/>
                  <a:pt x="351990" y="280960"/>
                </a:cubicBezTo>
                <a:cubicBezTo>
                  <a:pt x="534185" y="280960"/>
                  <a:pt x="690506" y="170187"/>
                  <a:pt x="757280" y="12316"/>
                </a:cubicBezTo>
                <a:lnTo>
                  <a:pt x="76110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F7D35E5-22AB-1F96-AF41-A5EDAF904C9C}"/>
              </a:ext>
            </a:extLst>
          </p:cNvPr>
          <p:cNvSpPr/>
          <p:nvPr/>
        </p:nvSpPr>
        <p:spPr>
          <a:xfrm>
            <a:off x="4625015" y="3335985"/>
            <a:ext cx="840365" cy="488531"/>
          </a:xfrm>
          <a:custGeom>
            <a:avLst/>
            <a:gdLst>
              <a:gd name="csX0" fmla="*/ 431252 w 840365"/>
              <a:gd name="csY0" fmla="*/ 0 h 488531"/>
              <a:gd name="csX1" fmla="*/ 836542 w 840365"/>
              <a:gd name="csY1" fmla="*/ 268644 h 488531"/>
              <a:gd name="csX2" fmla="*/ 840365 w 840365"/>
              <a:gd name="csY2" fmla="*/ 280960 h 488531"/>
              <a:gd name="csX3" fmla="*/ 840365 w 840365"/>
              <a:gd name="csY3" fmla="*/ 459110 h 488531"/>
              <a:gd name="csX4" fmla="*/ 839237 w 840365"/>
              <a:gd name="csY4" fmla="*/ 488531 h 488531"/>
              <a:gd name="csX5" fmla="*/ 837568 w 840365"/>
              <a:gd name="csY5" fmla="*/ 484995 h 488531"/>
              <a:gd name="csX6" fmla="*/ 814620 w 840365"/>
              <a:gd name="csY6" fmla="*/ 354508 h 488531"/>
              <a:gd name="csX7" fmla="*/ 0 w 840365"/>
              <a:gd name="csY7" fmla="*/ 354508 h 488531"/>
              <a:gd name="csX8" fmla="*/ 332 w 840365"/>
              <a:gd name="csY8" fmla="*/ 351210 h 488531"/>
              <a:gd name="csX9" fmla="*/ 431252 w 840365"/>
              <a:gd name="csY9" fmla="*/ 0 h 488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840365" h="488531">
                <a:moveTo>
                  <a:pt x="431252" y="0"/>
                </a:moveTo>
                <a:cubicBezTo>
                  <a:pt x="613447" y="0"/>
                  <a:pt x="769768" y="110773"/>
                  <a:pt x="836542" y="268644"/>
                </a:cubicBezTo>
                <a:lnTo>
                  <a:pt x="840365" y="280960"/>
                </a:lnTo>
                <a:lnTo>
                  <a:pt x="840365" y="459110"/>
                </a:lnTo>
                <a:lnTo>
                  <a:pt x="839237" y="488531"/>
                </a:lnTo>
                <a:lnTo>
                  <a:pt x="837568" y="484995"/>
                </a:lnTo>
                <a:cubicBezTo>
                  <a:pt x="825116" y="444968"/>
                  <a:pt x="817466" y="401473"/>
                  <a:pt x="814620" y="354508"/>
                </a:cubicBezTo>
                <a:lnTo>
                  <a:pt x="0" y="354508"/>
                </a:lnTo>
                <a:lnTo>
                  <a:pt x="332" y="351210"/>
                </a:lnTo>
                <a:cubicBezTo>
                  <a:pt x="41347" y="150775"/>
                  <a:pt x="218692" y="0"/>
                  <a:pt x="431252" y="0"/>
                </a:cubicBezTo>
                <a:close/>
              </a:path>
            </a:pathLst>
          </a:custGeom>
          <a:solidFill>
            <a:srgbClr val="FE02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17392F0-2C2C-E2ED-4209-26E06ACD27CF}"/>
              </a:ext>
            </a:extLst>
          </p:cNvPr>
          <p:cNvSpPr/>
          <p:nvPr/>
        </p:nvSpPr>
        <p:spPr>
          <a:xfrm>
            <a:off x="4615620" y="3690493"/>
            <a:ext cx="9395" cy="58034"/>
          </a:xfrm>
          <a:custGeom>
            <a:avLst/>
            <a:gdLst>
              <a:gd name="csX0" fmla="*/ 0 w 9395"/>
              <a:gd name="csY0" fmla="*/ 0 h 58034"/>
              <a:gd name="csX1" fmla="*/ 9395 w 9395"/>
              <a:gd name="csY1" fmla="*/ 0 h 58034"/>
              <a:gd name="csX2" fmla="*/ 3545 w 9395"/>
              <a:gd name="csY2" fmla="*/ 58034 h 58034"/>
              <a:gd name="csX3" fmla="*/ 0 w 9395"/>
              <a:gd name="csY3" fmla="*/ 0 h 580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395" h="58034">
                <a:moveTo>
                  <a:pt x="0" y="0"/>
                </a:moveTo>
                <a:lnTo>
                  <a:pt x="9395" y="0"/>
                </a:lnTo>
                <a:lnTo>
                  <a:pt x="3545" y="58034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2EE37BC-9105-D8A6-9C14-E7FCA0C2C0B6}"/>
              </a:ext>
            </a:extLst>
          </p:cNvPr>
          <p:cNvSpPr/>
          <p:nvPr/>
        </p:nvSpPr>
        <p:spPr>
          <a:xfrm>
            <a:off x="4616411" y="3748527"/>
            <a:ext cx="10056" cy="119567"/>
          </a:xfrm>
          <a:custGeom>
            <a:avLst/>
            <a:gdLst>
              <a:gd name="csX0" fmla="*/ 2754 w 10056"/>
              <a:gd name="csY0" fmla="*/ 0 h 119567"/>
              <a:gd name="csX1" fmla="*/ 10056 w 10056"/>
              <a:gd name="csY1" fmla="*/ 119567 h 119567"/>
              <a:gd name="csX2" fmla="*/ 8936 w 10056"/>
              <a:gd name="csY2" fmla="*/ 115960 h 119567"/>
              <a:gd name="csX3" fmla="*/ 0 w 10056"/>
              <a:gd name="csY3" fmla="*/ 27314 h 119567"/>
              <a:gd name="csX4" fmla="*/ 2754 w 10056"/>
              <a:gd name="csY4" fmla="*/ 0 h 1195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56" h="119567">
                <a:moveTo>
                  <a:pt x="2754" y="0"/>
                </a:moveTo>
                <a:lnTo>
                  <a:pt x="10056" y="119567"/>
                </a:lnTo>
                <a:lnTo>
                  <a:pt x="8936" y="115960"/>
                </a:lnTo>
                <a:cubicBezTo>
                  <a:pt x="3077" y="87327"/>
                  <a:pt x="0" y="57680"/>
                  <a:pt x="0" y="27314"/>
                </a:cubicBezTo>
                <a:lnTo>
                  <a:pt x="2754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C6450BF-5F65-7E10-D9E1-69AD73F697BE}"/>
              </a:ext>
            </a:extLst>
          </p:cNvPr>
          <p:cNvSpPr/>
          <p:nvPr/>
        </p:nvSpPr>
        <p:spPr>
          <a:xfrm>
            <a:off x="5455703" y="3824516"/>
            <a:ext cx="29871" cy="133323"/>
          </a:xfrm>
          <a:custGeom>
            <a:avLst/>
            <a:gdLst>
              <a:gd name="csX0" fmla="*/ 8549 w 29871"/>
              <a:gd name="csY0" fmla="*/ 0 h 133323"/>
              <a:gd name="csX1" fmla="*/ 29871 w 29871"/>
              <a:gd name="csY1" fmla="*/ 45170 h 133323"/>
              <a:gd name="csX2" fmla="*/ 5854 w 29871"/>
              <a:gd name="csY2" fmla="*/ 122537 h 133323"/>
              <a:gd name="csX3" fmla="*/ 0 w 29871"/>
              <a:gd name="csY3" fmla="*/ 133323 h 133323"/>
              <a:gd name="csX4" fmla="*/ 5007 w 29871"/>
              <a:gd name="csY4" fmla="*/ 92377 h 133323"/>
              <a:gd name="csX5" fmla="*/ 8549 w 29871"/>
              <a:gd name="csY5" fmla="*/ 0 h 1333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9871" h="133323">
                <a:moveTo>
                  <a:pt x="8549" y="0"/>
                </a:moveTo>
                <a:lnTo>
                  <a:pt x="29871" y="45170"/>
                </a:lnTo>
                <a:lnTo>
                  <a:pt x="5854" y="122537"/>
                </a:lnTo>
                <a:lnTo>
                  <a:pt x="0" y="133323"/>
                </a:lnTo>
                <a:lnTo>
                  <a:pt x="5007" y="92377"/>
                </a:lnTo>
                <a:lnTo>
                  <a:pt x="854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1782821-1291-BC54-890E-54EFE1ED0E74}"/>
              </a:ext>
            </a:extLst>
          </p:cNvPr>
          <p:cNvSpPr/>
          <p:nvPr/>
        </p:nvSpPr>
        <p:spPr>
          <a:xfrm>
            <a:off x="4626467" y="3868094"/>
            <a:ext cx="829236" cy="758679"/>
          </a:xfrm>
          <a:custGeom>
            <a:avLst/>
            <a:gdLst>
              <a:gd name="csX0" fmla="*/ 0 w 829236"/>
              <a:gd name="csY0" fmla="*/ 0 h 758679"/>
              <a:gd name="csX1" fmla="*/ 24510 w 829236"/>
              <a:gd name="csY1" fmla="*/ 78959 h 758679"/>
              <a:gd name="csX2" fmla="*/ 429800 w 829236"/>
              <a:gd name="csY2" fmla="*/ 347603 h 758679"/>
              <a:gd name="csX3" fmla="*/ 794536 w 829236"/>
              <a:gd name="csY3" fmla="*/ 153675 h 758679"/>
              <a:gd name="csX4" fmla="*/ 829236 w 829236"/>
              <a:gd name="csY4" fmla="*/ 89745 h 758679"/>
              <a:gd name="csX5" fmla="*/ 820234 w 829236"/>
              <a:gd name="csY5" fmla="*/ 163358 h 758679"/>
              <a:gd name="csX6" fmla="*/ 540048 w 829236"/>
              <a:gd name="csY6" fmla="*/ 698715 h 758679"/>
              <a:gd name="csX7" fmla="*/ 465469 w 829236"/>
              <a:gd name="csY7" fmla="*/ 758679 h 758679"/>
              <a:gd name="csX8" fmla="*/ 361667 w 829236"/>
              <a:gd name="csY8" fmla="*/ 688575 h 758679"/>
              <a:gd name="csX9" fmla="*/ 158866 w 829236"/>
              <a:gd name="csY9" fmla="*/ 467094 h 758679"/>
              <a:gd name="csX10" fmla="*/ 561 w 829236"/>
              <a:gd name="csY10" fmla="*/ 9190 h 758679"/>
              <a:gd name="csX11" fmla="*/ 0 w 829236"/>
              <a:gd name="csY11" fmla="*/ 0 h 7586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829236" h="758679">
                <a:moveTo>
                  <a:pt x="0" y="0"/>
                </a:moveTo>
                <a:lnTo>
                  <a:pt x="24510" y="78959"/>
                </a:lnTo>
                <a:cubicBezTo>
                  <a:pt x="91284" y="236830"/>
                  <a:pt x="247606" y="347603"/>
                  <a:pt x="429800" y="347603"/>
                </a:cubicBezTo>
                <a:cubicBezTo>
                  <a:pt x="581629" y="347603"/>
                  <a:pt x="715491" y="270677"/>
                  <a:pt x="794536" y="153675"/>
                </a:cubicBezTo>
                <a:lnTo>
                  <a:pt x="829236" y="89745"/>
                </a:lnTo>
                <a:lnTo>
                  <a:pt x="820234" y="163358"/>
                </a:lnTo>
                <a:cubicBezTo>
                  <a:pt x="782876" y="385240"/>
                  <a:pt x="689481" y="563692"/>
                  <a:pt x="540048" y="698715"/>
                </a:cubicBezTo>
                <a:lnTo>
                  <a:pt x="465469" y="758679"/>
                </a:lnTo>
                <a:lnTo>
                  <a:pt x="361667" y="688575"/>
                </a:lnTo>
                <a:cubicBezTo>
                  <a:pt x="282326" y="625600"/>
                  <a:pt x="214725" y="551773"/>
                  <a:pt x="158866" y="467094"/>
                </a:cubicBezTo>
                <a:cubicBezTo>
                  <a:pt x="75077" y="340076"/>
                  <a:pt x="22308" y="187442"/>
                  <a:pt x="561" y="919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06BF43-754B-2F9A-AC83-96D6393A30B0}"/>
              </a:ext>
            </a:extLst>
          </p:cNvPr>
          <p:cNvSpPr/>
          <p:nvPr/>
        </p:nvSpPr>
        <p:spPr>
          <a:xfrm>
            <a:off x="5091935" y="1570682"/>
            <a:ext cx="2200664" cy="3266172"/>
          </a:xfrm>
          <a:custGeom>
            <a:avLst/>
            <a:gdLst>
              <a:gd name="csX0" fmla="*/ 889926 w 2200664"/>
              <a:gd name="csY0" fmla="*/ 0 h 3266172"/>
              <a:gd name="csX1" fmla="*/ 1560238 w 2200664"/>
              <a:gd name="csY1" fmla="*/ 128085 h 3266172"/>
              <a:gd name="csX2" fmla="*/ 1995728 w 2200664"/>
              <a:gd name="csY2" fmla="*/ 490993 h 3266172"/>
              <a:gd name="csX3" fmla="*/ 2153700 w 2200664"/>
              <a:gd name="csY3" fmla="*/ 1041759 h 3266172"/>
              <a:gd name="csX4" fmla="*/ 1327550 w 2200664"/>
              <a:gd name="csY4" fmla="*/ 1041759 h 3266172"/>
              <a:gd name="csX5" fmla="*/ 1208004 w 2200664"/>
              <a:gd name="csY5" fmla="*/ 795195 h 3266172"/>
              <a:gd name="csX6" fmla="*/ 892061 w 2200664"/>
              <a:gd name="csY6" fmla="*/ 706603 h 3266172"/>
              <a:gd name="csX7" fmla="*/ 674316 w 2200664"/>
              <a:gd name="csY7" fmla="*/ 738624 h 3266172"/>
              <a:gd name="csX8" fmla="*/ 543028 w 2200664"/>
              <a:gd name="csY8" fmla="*/ 827217 h 3266172"/>
              <a:gd name="csX9" fmla="*/ 499266 w 2200664"/>
              <a:gd name="csY9" fmla="*/ 956369 h 3266172"/>
              <a:gd name="csX10" fmla="*/ 544096 w 2200664"/>
              <a:gd name="csY10" fmla="*/ 1088724 h 3266172"/>
              <a:gd name="csX11" fmla="*/ 687124 w 2200664"/>
              <a:gd name="csY11" fmla="*/ 1184788 h 3266172"/>
              <a:gd name="csX12" fmla="*/ 936890 w 2200664"/>
              <a:gd name="csY12" fmla="*/ 1257370 h 3266172"/>
              <a:gd name="csX13" fmla="*/ 1197330 w 2200664"/>
              <a:gd name="csY13" fmla="*/ 1310738 h 3266172"/>
              <a:gd name="csX14" fmla="*/ 1653100 w 2200664"/>
              <a:gd name="csY14" fmla="*/ 1454834 h 3266172"/>
              <a:gd name="csX15" fmla="*/ 1965842 w 2200664"/>
              <a:gd name="csY15" fmla="*/ 1664040 h 3266172"/>
              <a:gd name="csX16" fmla="*/ 2144093 w 2200664"/>
              <a:gd name="csY16" fmla="*/ 1937288 h 3266172"/>
              <a:gd name="csX17" fmla="*/ 2200664 w 2200664"/>
              <a:gd name="csY17" fmla="*/ 2273512 h 3266172"/>
              <a:gd name="csX18" fmla="*/ 2044827 w 2200664"/>
              <a:gd name="csY18" fmla="*/ 2813605 h 3266172"/>
              <a:gd name="csX19" fmla="*/ 1597597 w 2200664"/>
              <a:gd name="csY19" fmla="*/ 3150896 h 3266172"/>
              <a:gd name="csX20" fmla="*/ 896330 w 2200664"/>
              <a:gd name="csY20" fmla="*/ 3266172 h 3266172"/>
              <a:gd name="csX21" fmla="*/ 169447 w 2200664"/>
              <a:gd name="csY21" fmla="*/ 3142357 h 3266172"/>
              <a:gd name="csX22" fmla="*/ 24017 w 2200664"/>
              <a:gd name="csY22" fmla="*/ 3072310 h 3266172"/>
              <a:gd name="csX23" fmla="*/ 0 w 2200664"/>
              <a:gd name="csY23" fmla="*/ 3056090 h 3266172"/>
              <a:gd name="csX24" fmla="*/ 74579 w 2200664"/>
              <a:gd name="csY24" fmla="*/ 2996126 h 3266172"/>
              <a:gd name="csX25" fmla="*/ 354765 w 2200664"/>
              <a:gd name="csY25" fmla="*/ 2460769 h 3266172"/>
              <a:gd name="csX26" fmla="*/ 363767 w 2200664"/>
              <a:gd name="csY26" fmla="*/ 2387156 h 3266172"/>
              <a:gd name="csX27" fmla="*/ 369621 w 2200664"/>
              <a:gd name="csY27" fmla="*/ 2376370 h 3266172"/>
              <a:gd name="csX28" fmla="*/ 393638 w 2200664"/>
              <a:gd name="csY28" fmla="*/ 2299003 h 3266172"/>
              <a:gd name="csX29" fmla="*/ 422415 w 2200664"/>
              <a:gd name="csY29" fmla="*/ 2359969 h 3266172"/>
              <a:gd name="csX30" fmla="*/ 607071 w 2200664"/>
              <a:gd name="csY30" fmla="*/ 2509402 h 3266172"/>
              <a:gd name="csX31" fmla="*/ 889926 w 2200664"/>
              <a:gd name="csY31" fmla="*/ 2559569 h 3266172"/>
              <a:gd name="csX32" fmla="*/ 1124749 w 2200664"/>
              <a:gd name="csY32" fmla="*/ 2525413 h 3266172"/>
              <a:gd name="csX33" fmla="*/ 1272047 w 2200664"/>
              <a:gd name="csY33" fmla="*/ 2430416 h 3266172"/>
              <a:gd name="csX34" fmla="*/ 1323281 w 2200664"/>
              <a:gd name="csY34" fmla="*/ 2288455 h 3266172"/>
              <a:gd name="csX35" fmla="*/ 1275249 w 2200664"/>
              <a:gd name="csY35" fmla="*/ 2160370 h 3266172"/>
              <a:gd name="csX36" fmla="*/ 1119412 w 2200664"/>
              <a:gd name="csY36" fmla="*/ 2060037 h 3266172"/>
              <a:gd name="csX37" fmla="*/ 834422 w 2200664"/>
              <a:gd name="csY37" fmla="*/ 1981051 h 3266172"/>
              <a:gd name="csX38" fmla="*/ 516344 w 2200664"/>
              <a:gd name="csY38" fmla="*/ 1914873 h 3266172"/>
              <a:gd name="csX39" fmla="*/ 373444 w 2200664"/>
              <a:gd name="csY39" fmla="*/ 1877687 h 3266172"/>
              <a:gd name="csX40" fmla="*/ 373444 w 2200664"/>
              <a:gd name="csY40" fmla="*/ 1061827 h 3266172"/>
              <a:gd name="csX41" fmla="*/ 395251 w 2200664"/>
              <a:gd name="csY41" fmla="*/ 991577 h 3266172"/>
              <a:gd name="csX42" fmla="*/ 404187 w 2200664"/>
              <a:gd name="csY42" fmla="*/ 902931 h 3266172"/>
              <a:gd name="csX43" fmla="*/ 395251 w 2200664"/>
              <a:gd name="csY43" fmla="*/ 814285 h 3266172"/>
              <a:gd name="csX44" fmla="*/ 373444 w 2200664"/>
              <a:gd name="csY44" fmla="*/ 744035 h 3266172"/>
              <a:gd name="csX45" fmla="*/ 373444 w 2200664"/>
              <a:gd name="csY45" fmla="*/ 70696 h 3266172"/>
              <a:gd name="csX46" fmla="*/ 532355 w 2200664"/>
              <a:gd name="csY46" fmla="*/ 31754 h 3266172"/>
              <a:gd name="csX47" fmla="*/ 889926 w 2200664"/>
              <a:gd name="csY47" fmla="*/ 0 h 3266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</a:cxnLst>
            <a:rect l="l" t="t" r="r" b="b"/>
            <a:pathLst>
              <a:path w="2200664" h="3266172">
                <a:moveTo>
                  <a:pt x="889926" y="0"/>
                </a:moveTo>
                <a:cubicBezTo>
                  <a:pt x="1148943" y="0"/>
                  <a:pt x="1372380" y="42695"/>
                  <a:pt x="1560238" y="128085"/>
                </a:cubicBezTo>
                <a:cubicBezTo>
                  <a:pt x="1748097" y="213475"/>
                  <a:pt x="1893260" y="334444"/>
                  <a:pt x="1995728" y="490993"/>
                </a:cubicBezTo>
                <a:cubicBezTo>
                  <a:pt x="2098196" y="647542"/>
                  <a:pt x="2150854" y="831131"/>
                  <a:pt x="2153700" y="1041759"/>
                </a:cubicBezTo>
                <a:lnTo>
                  <a:pt x="1327550" y="1041759"/>
                </a:lnTo>
                <a:cubicBezTo>
                  <a:pt x="1320434" y="936445"/>
                  <a:pt x="1280586" y="854257"/>
                  <a:pt x="1208004" y="795195"/>
                </a:cubicBezTo>
                <a:cubicBezTo>
                  <a:pt x="1135423" y="736134"/>
                  <a:pt x="1030108" y="706603"/>
                  <a:pt x="892061" y="706603"/>
                </a:cubicBezTo>
                <a:cubicBezTo>
                  <a:pt x="805247" y="706603"/>
                  <a:pt x="732666" y="717277"/>
                  <a:pt x="674316" y="738624"/>
                </a:cubicBezTo>
                <a:cubicBezTo>
                  <a:pt x="615966" y="759972"/>
                  <a:pt x="572203" y="789503"/>
                  <a:pt x="543028" y="827217"/>
                </a:cubicBezTo>
                <a:cubicBezTo>
                  <a:pt x="513853" y="864931"/>
                  <a:pt x="499266" y="907982"/>
                  <a:pt x="499266" y="956369"/>
                </a:cubicBezTo>
                <a:cubicBezTo>
                  <a:pt x="499266" y="1007603"/>
                  <a:pt x="514209" y="1051722"/>
                  <a:pt x="544096" y="1088724"/>
                </a:cubicBezTo>
                <a:cubicBezTo>
                  <a:pt x="573982" y="1125726"/>
                  <a:pt x="621659" y="1157748"/>
                  <a:pt x="687124" y="1184788"/>
                </a:cubicBezTo>
                <a:cubicBezTo>
                  <a:pt x="752590" y="1211828"/>
                  <a:pt x="835845" y="1236022"/>
                  <a:pt x="936890" y="1257370"/>
                </a:cubicBezTo>
                <a:lnTo>
                  <a:pt x="1197330" y="1310738"/>
                </a:lnTo>
                <a:cubicBezTo>
                  <a:pt x="1373803" y="1347741"/>
                  <a:pt x="1525727" y="1395773"/>
                  <a:pt x="1653100" y="1454834"/>
                </a:cubicBezTo>
                <a:cubicBezTo>
                  <a:pt x="1780473" y="1513896"/>
                  <a:pt x="1884721" y="1583631"/>
                  <a:pt x="1965842" y="1664040"/>
                </a:cubicBezTo>
                <a:cubicBezTo>
                  <a:pt x="2046962" y="1744449"/>
                  <a:pt x="2106379" y="1835532"/>
                  <a:pt x="2144093" y="1937288"/>
                </a:cubicBezTo>
                <a:cubicBezTo>
                  <a:pt x="2181807" y="2039045"/>
                  <a:pt x="2200664" y="2151119"/>
                  <a:pt x="2200664" y="2273512"/>
                </a:cubicBezTo>
                <a:cubicBezTo>
                  <a:pt x="2200664" y="2485564"/>
                  <a:pt x="2148719" y="2665595"/>
                  <a:pt x="2044827" y="2813605"/>
                </a:cubicBezTo>
                <a:cubicBezTo>
                  <a:pt x="1940936" y="2961614"/>
                  <a:pt x="1791859" y="3074045"/>
                  <a:pt x="1597597" y="3150896"/>
                </a:cubicBezTo>
                <a:cubicBezTo>
                  <a:pt x="1403334" y="3227747"/>
                  <a:pt x="1169579" y="3266172"/>
                  <a:pt x="896330" y="3266172"/>
                </a:cubicBezTo>
                <a:cubicBezTo>
                  <a:pt x="617389" y="3266172"/>
                  <a:pt x="375095" y="3224901"/>
                  <a:pt x="169447" y="3142357"/>
                </a:cubicBezTo>
                <a:cubicBezTo>
                  <a:pt x="118035" y="3121721"/>
                  <a:pt x="69558" y="3098372"/>
                  <a:pt x="24017" y="3072310"/>
                </a:cubicBezTo>
                <a:lnTo>
                  <a:pt x="0" y="3056090"/>
                </a:lnTo>
                <a:lnTo>
                  <a:pt x="74579" y="2996126"/>
                </a:lnTo>
                <a:cubicBezTo>
                  <a:pt x="224012" y="2861103"/>
                  <a:pt x="317407" y="2682651"/>
                  <a:pt x="354765" y="2460769"/>
                </a:cubicBezTo>
                <a:lnTo>
                  <a:pt x="363767" y="2387156"/>
                </a:lnTo>
                <a:lnTo>
                  <a:pt x="369621" y="2376370"/>
                </a:lnTo>
                <a:lnTo>
                  <a:pt x="393638" y="2299003"/>
                </a:lnTo>
                <a:lnTo>
                  <a:pt x="422415" y="2359969"/>
                </a:lnTo>
                <a:cubicBezTo>
                  <a:pt x="466533" y="2426147"/>
                  <a:pt x="528085" y="2475958"/>
                  <a:pt x="607071" y="2509402"/>
                </a:cubicBezTo>
                <a:cubicBezTo>
                  <a:pt x="686057" y="2542847"/>
                  <a:pt x="780342" y="2559569"/>
                  <a:pt x="889926" y="2559569"/>
                </a:cubicBezTo>
                <a:cubicBezTo>
                  <a:pt x="982432" y="2559569"/>
                  <a:pt x="1060706" y="2548184"/>
                  <a:pt x="1124749" y="2525413"/>
                </a:cubicBezTo>
                <a:cubicBezTo>
                  <a:pt x="1188791" y="2502642"/>
                  <a:pt x="1237891" y="2470977"/>
                  <a:pt x="1272047" y="2430416"/>
                </a:cubicBezTo>
                <a:cubicBezTo>
                  <a:pt x="1306203" y="2389856"/>
                  <a:pt x="1323281" y="2342536"/>
                  <a:pt x="1323281" y="2288455"/>
                </a:cubicBezTo>
                <a:cubicBezTo>
                  <a:pt x="1323281" y="2240068"/>
                  <a:pt x="1307270" y="2197372"/>
                  <a:pt x="1275249" y="2160370"/>
                </a:cubicBezTo>
                <a:cubicBezTo>
                  <a:pt x="1243228" y="2123368"/>
                  <a:pt x="1191282" y="2089923"/>
                  <a:pt x="1119412" y="2060037"/>
                </a:cubicBezTo>
                <a:cubicBezTo>
                  <a:pt x="1047542" y="2030150"/>
                  <a:pt x="952545" y="2003821"/>
                  <a:pt x="834422" y="1981051"/>
                </a:cubicBezTo>
                <a:lnTo>
                  <a:pt x="516344" y="1914873"/>
                </a:lnTo>
                <a:lnTo>
                  <a:pt x="373444" y="1877687"/>
                </a:lnTo>
                <a:lnTo>
                  <a:pt x="373444" y="1061827"/>
                </a:lnTo>
                <a:lnTo>
                  <a:pt x="395251" y="991577"/>
                </a:lnTo>
                <a:cubicBezTo>
                  <a:pt x="401110" y="962944"/>
                  <a:pt x="404187" y="933297"/>
                  <a:pt x="404187" y="902931"/>
                </a:cubicBezTo>
                <a:cubicBezTo>
                  <a:pt x="404187" y="872565"/>
                  <a:pt x="401110" y="842918"/>
                  <a:pt x="395251" y="814285"/>
                </a:cubicBezTo>
                <a:lnTo>
                  <a:pt x="373444" y="744035"/>
                </a:lnTo>
                <a:lnTo>
                  <a:pt x="373444" y="70696"/>
                </a:lnTo>
                <a:lnTo>
                  <a:pt x="532355" y="31754"/>
                </a:lnTo>
                <a:cubicBezTo>
                  <a:pt x="644074" y="10585"/>
                  <a:pt x="763264" y="0"/>
                  <a:pt x="889926" y="0"/>
                </a:cubicBezTo>
                <a:close/>
              </a:path>
            </a:pathLst>
          </a:custGeom>
          <a:solidFill>
            <a:srgbClr val="0189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9D0B671-4497-D9C3-3AF3-119A172064D9}"/>
              </a:ext>
            </a:extLst>
          </p:cNvPr>
          <p:cNvSpPr/>
          <p:nvPr/>
        </p:nvSpPr>
        <p:spPr>
          <a:xfrm>
            <a:off x="3155577" y="1611240"/>
            <a:ext cx="2309803" cy="3225614"/>
          </a:xfrm>
          <a:custGeom>
            <a:avLst/>
            <a:gdLst>
              <a:gd name="csX0" fmla="*/ 31532 w 2309803"/>
              <a:gd name="csY0" fmla="*/ 0 h 3225614"/>
              <a:gd name="csX1" fmla="*/ 1823257 w 2309803"/>
              <a:gd name="csY1" fmla="*/ 0 h 3225614"/>
              <a:gd name="csX2" fmla="*/ 1823257 w 2309803"/>
              <a:gd name="csY2" fmla="*/ 1 h 3225614"/>
              <a:gd name="csX3" fmla="*/ 2309803 w 2309803"/>
              <a:gd name="csY3" fmla="*/ 1 h 3225614"/>
              <a:gd name="csX4" fmla="*/ 2309803 w 2309803"/>
              <a:gd name="csY4" fmla="*/ 30138 h 3225614"/>
              <a:gd name="csX5" fmla="*/ 2306739 w 2309803"/>
              <a:gd name="csY5" fmla="*/ 30889 h 3225614"/>
              <a:gd name="csX6" fmla="*/ 2155972 w 2309803"/>
              <a:gd name="csY6" fmla="*/ 86460 h 3225614"/>
              <a:gd name="csX7" fmla="*/ 1701270 w 2309803"/>
              <a:gd name="csY7" fmla="*/ 441896 h 3225614"/>
              <a:gd name="csX8" fmla="*/ 1673802 w 2309803"/>
              <a:gd name="csY8" fmla="*/ 487302 h 3225614"/>
              <a:gd name="csX9" fmla="*/ 1654762 w 2309803"/>
              <a:gd name="csY9" fmla="*/ 497637 h 3225614"/>
              <a:gd name="csX10" fmla="*/ 1460834 w 2309803"/>
              <a:gd name="csY10" fmla="*/ 862373 h 3225614"/>
              <a:gd name="csX11" fmla="*/ 1535954 w 2309803"/>
              <a:gd name="csY11" fmla="*/ 1108301 h 3225614"/>
              <a:gd name="csX12" fmla="*/ 1548700 w 2309803"/>
              <a:gd name="csY12" fmla="*/ 1123749 h 3225614"/>
              <a:gd name="csX13" fmla="*/ 1552037 w 2309803"/>
              <a:gd name="csY13" fmla="*/ 1148833 h 3225614"/>
              <a:gd name="csX14" fmla="*/ 1779188 w 2309803"/>
              <a:gd name="csY14" fmla="*/ 1563709 h 3225614"/>
              <a:gd name="csX15" fmla="*/ 2248901 w 2309803"/>
              <a:gd name="csY15" fmla="*/ 1821280 h 3225614"/>
              <a:gd name="csX16" fmla="*/ 2309803 w 2309803"/>
              <a:gd name="csY16" fmla="*/ 1837129 h 3225614"/>
              <a:gd name="csX17" fmla="*/ 2309803 w 2309803"/>
              <a:gd name="csY17" fmla="*/ 2005704 h 3225614"/>
              <a:gd name="csX18" fmla="*/ 2305980 w 2309803"/>
              <a:gd name="csY18" fmla="*/ 1993388 h 3225614"/>
              <a:gd name="csX19" fmla="*/ 1900690 w 2309803"/>
              <a:gd name="csY19" fmla="*/ 1724744 h 3225614"/>
              <a:gd name="csX20" fmla="*/ 1469770 w 2309803"/>
              <a:gd name="csY20" fmla="*/ 2075954 h 3225614"/>
              <a:gd name="csX21" fmla="*/ 1469438 w 2309803"/>
              <a:gd name="csY21" fmla="*/ 2079252 h 3225614"/>
              <a:gd name="csX22" fmla="*/ 1460043 w 2309803"/>
              <a:gd name="csY22" fmla="*/ 2079252 h 3225614"/>
              <a:gd name="csX23" fmla="*/ 1463588 w 2309803"/>
              <a:gd name="csY23" fmla="*/ 2137286 h 3225614"/>
              <a:gd name="csX24" fmla="*/ 1460834 w 2309803"/>
              <a:gd name="csY24" fmla="*/ 2164600 h 3225614"/>
              <a:gd name="csX25" fmla="*/ 1469770 w 2309803"/>
              <a:gd name="csY25" fmla="*/ 2253246 h 3225614"/>
              <a:gd name="csX26" fmla="*/ 1470890 w 2309803"/>
              <a:gd name="csY26" fmla="*/ 2256853 h 3225614"/>
              <a:gd name="csX27" fmla="*/ 1471451 w 2309803"/>
              <a:gd name="csY27" fmla="*/ 2266043 h 3225614"/>
              <a:gd name="csX28" fmla="*/ 1629756 w 2309803"/>
              <a:gd name="csY28" fmla="*/ 2723947 h 3225614"/>
              <a:gd name="csX29" fmla="*/ 1832557 w 2309803"/>
              <a:gd name="csY29" fmla="*/ 2945428 h 3225614"/>
              <a:gd name="csX30" fmla="*/ 1936359 w 2309803"/>
              <a:gd name="csY30" fmla="*/ 3015532 h 3225614"/>
              <a:gd name="csX31" fmla="*/ 1932219 w 2309803"/>
              <a:gd name="csY31" fmla="*/ 3018860 h 3225614"/>
              <a:gd name="csX32" fmla="*/ 1157036 w 2309803"/>
              <a:gd name="csY32" fmla="*/ 3225614 h 3225614"/>
              <a:gd name="csX33" fmla="*/ 301000 w 2309803"/>
              <a:gd name="csY33" fmla="*/ 2955568 h 3225614"/>
              <a:gd name="csX34" fmla="*/ 0 w 2309803"/>
              <a:gd name="csY34" fmla="*/ 2181719 h 3225614"/>
              <a:gd name="csX35" fmla="*/ 0 w 2309803"/>
              <a:gd name="csY35" fmla="*/ 1972514 h 3225614"/>
              <a:gd name="csX36" fmla="*/ 853901 w 2309803"/>
              <a:gd name="csY36" fmla="*/ 1972514 h 3225614"/>
              <a:gd name="csX37" fmla="*/ 853901 w 2309803"/>
              <a:gd name="csY37" fmla="*/ 2196663 h 3225614"/>
              <a:gd name="csX38" fmla="*/ 931820 w 2309803"/>
              <a:gd name="csY38" fmla="*/ 2453900 h 3225614"/>
              <a:gd name="csX39" fmla="*/ 1154902 w 2309803"/>
              <a:gd name="csY39" fmla="*/ 2540358 h 3225614"/>
              <a:gd name="csX40" fmla="*/ 1374781 w 2309803"/>
              <a:gd name="csY40" fmla="*/ 2453900 h 3225614"/>
              <a:gd name="csX41" fmla="*/ 1451632 w 2309803"/>
              <a:gd name="csY41" fmla="*/ 2194528 h 3225614"/>
              <a:gd name="csX42" fmla="*/ 1451632 w 2309803"/>
              <a:gd name="csY42" fmla="*/ 880685 h 3225614"/>
              <a:gd name="csX43" fmla="*/ 31532 w 2309803"/>
              <a:gd name="csY43" fmla="*/ 880685 h 3225614"/>
              <a:gd name="csX44" fmla="*/ 31532 w 2309803"/>
              <a:gd name="csY44" fmla="*/ 0 h 32256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2309803" h="3225614">
                <a:moveTo>
                  <a:pt x="31532" y="0"/>
                </a:moveTo>
                <a:lnTo>
                  <a:pt x="1823257" y="0"/>
                </a:lnTo>
                <a:lnTo>
                  <a:pt x="1823257" y="1"/>
                </a:lnTo>
                <a:lnTo>
                  <a:pt x="2309803" y="1"/>
                </a:lnTo>
                <a:lnTo>
                  <a:pt x="2309803" y="30138"/>
                </a:lnTo>
                <a:lnTo>
                  <a:pt x="2306739" y="30889"/>
                </a:lnTo>
                <a:cubicBezTo>
                  <a:pt x="2254616" y="46767"/>
                  <a:pt x="2204360" y="65290"/>
                  <a:pt x="2155972" y="86460"/>
                </a:cubicBezTo>
                <a:cubicBezTo>
                  <a:pt x="1962421" y="171138"/>
                  <a:pt x="1810854" y="289617"/>
                  <a:pt x="1701270" y="441896"/>
                </a:cubicBezTo>
                <a:lnTo>
                  <a:pt x="1673802" y="487302"/>
                </a:lnTo>
                <a:lnTo>
                  <a:pt x="1654762" y="497637"/>
                </a:lnTo>
                <a:cubicBezTo>
                  <a:pt x="1537760" y="576683"/>
                  <a:pt x="1460834" y="710544"/>
                  <a:pt x="1460834" y="862373"/>
                </a:cubicBezTo>
                <a:cubicBezTo>
                  <a:pt x="1460834" y="953470"/>
                  <a:pt x="1488528" y="1038099"/>
                  <a:pt x="1535954" y="1108301"/>
                </a:cubicBezTo>
                <a:lnTo>
                  <a:pt x="1548700" y="1123749"/>
                </a:lnTo>
                <a:lnTo>
                  <a:pt x="1552037" y="1148833"/>
                </a:lnTo>
                <a:cubicBezTo>
                  <a:pt x="1582324" y="1314943"/>
                  <a:pt x="1658041" y="1453235"/>
                  <a:pt x="1779188" y="1563709"/>
                </a:cubicBezTo>
                <a:cubicBezTo>
                  <a:pt x="1900336" y="1674182"/>
                  <a:pt x="2056907" y="1760039"/>
                  <a:pt x="2248901" y="1821280"/>
                </a:cubicBezTo>
                <a:lnTo>
                  <a:pt x="2309803" y="1837129"/>
                </a:lnTo>
                <a:lnTo>
                  <a:pt x="2309803" y="2005704"/>
                </a:lnTo>
                <a:lnTo>
                  <a:pt x="2305980" y="1993388"/>
                </a:lnTo>
                <a:cubicBezTo>
                  <a:pt x="2239206" y="1835517"/>
                  <a:pt x="2082885" y="1724744"/>
                  <a:pt x="1900690" y="1724744"/>
                </a:cubicBezTo>
                <a:cubicBezTo>
                  <a:pt x="1688130" y="1724744"/>
                  <a:pt x="1510785" y="1875519"/>
                  <a:pt x="1469770" y="2075954"/>
                </a:cubicBezTo>
                <a:lnTo>
                  <a:pt x="1469438" y="2079252"/>
                </a:lnTo>
                <a:lnTo>
                  <a:pt x="1460043" y="2079252"/>
                </a:lnTo>
                <a:lnTo>
                  <a:pt x="1463588" y="2137286"/>
                </a:lnTo>
                <a:lnTo>
                  <a:pt x="1460834" y="2164600"/>
                </a:lnTo>
                <a:cubicBezTo>
                  <a:pt x="1460834" y="2194966"/>
                  <a:pt x="1463911" y="2224613"/>
                  <a:pt x="1469770" y="2253246"/>
                </a:cubicBezTo>
                <a:lnTo>
                  <a:pt x="1470890" y="2256853"/>
                </a:lnTo>
                <a:lnTo>
                  <a:pt x="1471451" y="2266043"/>
                </a:lnTo>
                <a:cubicBezTo>
                  <a:pt x="1493198" y="2444295"/>
                  <a:pt x="1545967" y="2596929"/>
                  <a:pt x="1629756" y="2723947"/>
                </a:cubicBezTo>
                <a:cubicBezTo>
                  <a:pt x="1685615" y="2808626"/>
                  <a:pt x="1753216" y="2882453"/>
                  <a:pt x="1832557" y="2945428"/>
                </a:cubicBezTo>
                <a:lnTo>
                  <a:pt x="1936359" y="3015532"/>
                </a:lnTo>
                <a:lnTo>
                  <a:pt x="1932219" y="3018860"/>
                </a:lnTo>
                <a:cubicBezTo>
                  <a:pt x="1739202" y="3156697"/>
                  <a:pt x="1480807" y="3225614"/>
                  <a:pt x="1157036" y="3225614"/>
                </a:cubicBezTo>
                <a:cubicBezTo>
                  <a:pt x="787012" y="3225614"/>
                  <a:pt x="501667" y="3135599"/>
                  <a:pt x="301000" y="2955568"/>
                </a:cubicBezTo>
                <a:cubicBezTo>
                  <a:pt x="100333" y="2775537"/>
                  <a:pt x="0" y="2517587"/>
                  <a:pt x="0" y="2181719"/>
                </a:cubicBezTo>
                <a:lnTo>
                  <a:pt x="0" y="1972514"/>
                </a:lnTo>
                <a:lnTo>
                  <a:pt x="853901" y="1972514"/>
                </a:lnTo>
                <a:lnTo>
                  <a:pt x="853901" y="2196663"/>
                </a:lnTo>
                <a:cubicBezTo>
                  <a:pt x="853901" y="2310516"/>
                  <a:pt x="879874" y="2396262"/>
                  <a:pt x="931820" y="2453900"/>
                </a:cubicBezTo>
                <a:cubicBezTo>
                  <a:pt x="983766" y="2511539"/>
                  <a:pt x="1058126" y="2540358"/>
                  <a:pt x="1154902" y="2540358"/>
                </a:cubicBezTo>
                <a:cubicBezTo>
                  <a:pt x="1250254" y="2540358"/>
                  <a:pt x="1323547" y="2511539"/>
                  <a:pt x="1374781" y="2453900"/>
                </a:cubicBezTo>
                <a:cubicBezTo>
                  <a:pt x="1426015" y="2396262"/>
                  <a:pt x="1451632" y="2309805"/>
                  <a:pt x="1451632" y="2194528"/>
                </a:cubicBezTo>
                <a:lnTo>
                  <a:pt x="1451632" y="880685"/>
                </a:lnTo>
                <a:lnTo>
                  <a:pt x="31532" y="880685"/>
                </a:lnTo>
                <a:lnTo>
                  <a:pt x="31532" y="0"/>
                </a:lnTo>
                <a:close/>
              </a:path>
            </a:pathLst>
          </a:custGeom>
          <a:solidFill>
            <a:srgbClr val="FE02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6F0F99E-4333-B790-06A9-38D033974C31}"/>
              </a:ext>
            </a:extLst>
          </p:cNvPr>
          <p:cNvSpPr/>
          <p:nvPr/>
        </p:nvSpPr>
        <p:spPr>
          <a:xfrm>
            <a:off x="7944256" y="1646021"/>
            <a:ext cx="876999" cy="8769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3D4795C-419A-24F7-1039-7F9E2BFA0F53}"/>
              </a:ext>
            </a:extLst>
          </p:cNvPr>
          <p:cNvSpPr/>
          <p:nvPr/>
        </p:nvSpPr>
        <p:spPr>
          <a:xfrm>
            <a:off x="7944256" y="3457982"/>
            <a:ext cx="876999" cy="8769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938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5D36C2-69ED-93D0-66C4-69F0AACFA26D}"/>
              </a:ext>
            </a:extLst>
          </p:cNvPr>
          <p:cNvSpPr txBox="1"/>
          <p:nvPr/>
        </p:nvSpPr>
        <p:spPr>
          <a:xfrm>
            <a:off x="3508876" y="1657610"/>
            <a:ext cx="2309803" cy="3225614"/>
          </a:xfrm>
          <a:custGeom>
            <a:avLst/>
            <a:gdLst>
              <a:gd name="csX0" fmla="*/ 31532 w 2309803"/>
              <a:gd name="csY0" fmla="*/ 0 h 3225614"/>
              <a:gd name="csX1" fmla="*/ 1823257 w 2309803"/>
              <a:gd name="csY1" fmla="*/ 0 h 3225614"/>
              <a:gd name="csX2" fmla="*/ 1823257 w 2309803"/>
              <a:gd name="csY2" fmla="*/ 1 h 3225614"/>
              <a:gd name="csX3" fmla="*/ 2309803 w 2309803"/>
              <a:gd name="csY3" fmla="*/ 1 h 3225614"/>
              <a:gd name="csX4" fmla="*/ 2309803 w 2309803"/>
              <a:gd name="csY4" fmla="*/ 2183854 h 3225614"/>
              <a:gd name="csX5" fmla="*/ 2010938 w 2309803"/>
              <a:gd name="csY5" fmla="*/ 2955568 h 3225614"/>
              <a:gd name="csX6" fmla="*/ 1157036 w 2309803"/>
              <a:gd name="csY6" fmla="*/ 3225614 h 3225614"/>
              <a:gd name="csX7" fmla="*/ 301000 w 2309803"/>
              <a:gd name="csY7" fmla="*/ 2955568 h 3225614"/>
              <a:gd name="csX8" fmla="*/ 0 w 2309803"/>
              <a:gd name="csY8" fmla="*/ 2181719 h 3225614"/>
              <a:gd name="csX9" fmla="*/ 0 w 2309803"/>
              <a:gd name="csY9" fmla="*/ 1972514 h 3225614"/>
              <a:gd name="csX10" fmla="*/ 853901 w 2309803"/>
              <a:gd name="csY10" fmla="*/ 1972514 h 3225614"/>
              <a:gd name="csX11" fmla="*/ 853901 w 2309803"/>
              <a:gd name="csY11" fmla="*/ 2196663 h 3225614"/>
              <a:gd name="csX12" fmla="*/ 931820 w 2309803"/>
              <a:gd name="csY12" fmla="*/ 2453900 h 3225614"/>
              <a:gd name="csX13" fmla="*/ 1154902 w 2309803"/>
              <a:gd name="csY13" fmla="*/ 2540358 h 3225614"/>
              <a:gd name="csX14" fmla="*/ 1374781 w 2309803"/>
              <a:gd name="csY14" fmla="*/ 2453900 h 3225614"/>
              <a:gd name="csX15" fmla="*/ 1451632 w 2309803"/>
              <a:gd name="csY15" fmla="*/ 2194528 h 3225614"/>
              <a:gd name="csX16" fmla="*/ 1451632 w 2309803"/>
              <a:gd name="csY16" fmla="*/ 880685 h 3225614"/>
              <a:gd name="csX17" fmla="*/ 31532 w 2309803"/>
              <a:gd name="csY17" fmla="*/ 880685 h 32256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2309803" h="3225614">
                <a:moveTo>
                  <a:pt x="31532" y="0"/>
                </a:moveTo>
                <a:lnTo>
                  <a:pt x="1823257" y="0"/>
                </a:lnTo>
                <a:lnTo>
                  <a:pt x="1823257" y="1"/>
                </a:lnTo>
                <a:lnTo>
                  <a:pt x="2309803" y="1"/>
                </a:lnTo>
                <a:lnTo>
                  <a:pt x="2309803" y="2183854"/>
                </a:lnTo>
                <a:cubicBezTo>
                  <a:pt x="2309803" y="2518299"/>
                  <a:pt x="2210182" y="2775537"/>
                  <a:pt x="2010938" y="2955568"/>
                </a:cubicBezTo>
                <a:cubicBezTo>
                  <a:pt x="1811694" y="3135599"/>
                  <a:pt x="1527060" y="3225614"/>
                  <a:pt x="1157036" y="3225614"/>
                </a:cubicBezTo>
                <a:cubicBezTo>
                  <a:pt x="787012" y="3225614"/>
                  <a:pt x="501667" y="3135599"/>
                  <a:pt x="301000" y="2955568"/>
                </a:cubicBezTo>
                <a:cubicBezTo>
                  <a:pt x="100333" y="2775537"/>
                  <a:pt x="0" y="2517587"/>
                  <a:pt x="0" y="2181719"/>
                </a:cubicBezTo>
                <a:lnTo>
                  <a:pt x="0" y="1972514"/>
                </a:lnTo>
                <a:lnTo>
                  <a:pt x="853901" y="1972514"/>
                </a:lnTo>
                <a:lnTo>
                  <a:pt x="853901" y="2196663"/>
                </a:lnTo>
                <a:cubicBezTo>
                  <a:pt x="853901" y="2310516"/>
                  <a:pt x="879874" y="2396262"/>
                  <a:pt x="931820" y="2453900"/>
                </a:cubicBezTo>
                <a:cubicBezTo>
                  <a:pt x="983766" y="2511539"/>
                  <a:pt x="1058126" y="2540358"/>
                  <a:pt x="1154902" y="2540358"/>
                </a:cubicBezTo>
                <a:cubicBezTo>
                  <a:pt x="1250254" y="2540358"/>
                  <a:pt x="1323547" y="2511539"/>
                  <a:pt x="1374781" y="2453900"/>
                </a:cubicBezTo>
                <a:cubicBezTo>
                  <a:pt x="1426015" y="2396262"/>
                  <a:pt x="1451632" y="2309805"/>
                  <a:pt x="1451632" y="2194528"/>
                </a:cubicBezTo>
                <a:lnTo>
                  <a:pt x="1451632" y="880685"/>
                </a:lnTo>
                <a:lnTo>
                  <a:pt x="31532" y="880685"/>
                </a:lnTo>
                <a:close/>
              </a:path>
            </a:pathLst>
          </a:custGeom>
          <a:solidFill>
            <a:srgbClr val="01005D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34400" b="1" dirty="0">
              <a:latin typeface="Inter 18pt Black" panose="02000503000000020004" pitchFamily="2" charset="0"/>
              <a:ea typeface="Inter 18pt Black" panose="02000503000000020004" pitchFamily="2" charset="0"/>
              <a:cs typeface="Poppins" panose="00000500000000000000" pitchFamily="2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CDE8B3D-EE8C-3FDE-3C43-65F75D8AAAA3}"/>
              </a:ext>
            </a:extLst>
          </p:cNvPr>
          <p:cNvSpPr/>
          <p:nvPr/>
        </p:nvSpPr>
        <p:spPr>
          <a:xfrm>
            <a:off x="4929971" y="1617052"/>
            <a:ext cx="2477661" cy="3266172"/>
          </a:xfrm>
          <a:custGeom>
            <a:avLst/>
            <a:gdLst>
              <a:gd name="csX0" fmla="*/ 1264516 w 2477661"/>
              <a:gd name="csY0" fmla="*/ 0 h 3266172"/>
              <a:gd name="csX1" fmla="*/ 1884919 w 2477661"/>
              <a:gd name="csY1" fmla="*/ 128085 h 3266172"/>
              <a:gd name="csX2" fmla="*/ 2287984 w 2477661"/>
              <a:gd name="csY2" fmla="*/ 490993 h 3266172"/>
              <a:gd name="csX3" fmla="*/ 2434194 w 2477661"/>
              <a:gd name="csY3" fmla="*/ 1041759 h 3266172"/>
              <a:gd name="csX4" fmla="*/ 1699033 w 2477661"/>
              <a:gd name="csY4" fmla="*/ 1041759 h 3266172"/>
              <a:gd name="csX5" fmla="*/ 1697232 w 2477661"/>
              <a:gd name="csY5" fmla="*/ 1023894 h 3266172"/>
              <a:gd name="csX6" fmla="*/ 1238830 w 2477661"/>
              <a:gd name="csY6" fmla="*/ 650286 h 3266172"/>
              <a:gd name="csX7" fmla="*/ 770922 w 2477661"/>
              <a:gd name="csY7" fmla="*/ 1118194 h 3266172"/>
              <a:gd name="csX8" fmla="*/ 1238830 w 2477661"/>
              <a:gd name="csY8" fmla="*/ 1586102 h 3266172"/>
              <a:gd name="csX9" fmla="*/ 1626827 w 2477661"/>
              <a:gd name="csY9" fmla="*/ 1379806 h 3266172"/>
              <a:gd name="csX10" fmla="*/ 1650435 w 2477661"/>
              <a:gd name="csY10" fmla="*/ 1336312 h 3266172"/>
              <a:gd name="csX11" fmla="*/ 1667272 w 2477661"/>
              <a:gd name="csY11" fmla="*/ 1340558 h 3266172"/>
              <a:gd name="csX12" fmla="*/ 1970867 w 2477661"/>
              <a:gd name="csY12" fmla="*/ 1454834 h 3266172"/>
              <a:gd name="csX13" fmla="*/ 2260323 w 2477661"/>
              <a:gd name="csY13" fmla="*/ 1664040 h 3266172"/>
              <a:gd name="csX14" fmla="*/ 2425302 w 2477661"/>
              <a:gd name="csY14" fmla="*/ 1937288 h 3266172"/>
              <a:gd name="csX15" fmla="*/ 2477661 w 2477661"/>
              <a:gd name="csY15" fmla="*/ 2273512 h 3266172"/>
              <a:gd name="csX16" fmla="*/ 2333427 w 2477661"/>
              <a:gd name="csY16" fmla="*/ 2813605 h 3266172"/>
              <a:gd name="csX17" fmla="*/ 1919497 w 2477661"/>
              <a:gd name="csY17" fmla="*/ 3150896 h 3266172"/>
              <a:gd name="csX18" fmla="*/ 1270444 w 2477661"/>
              <a:gd name="csY18" fmla="*/ 3266172 h 3266172"/>
              <a:gd name="csX19" fmla="*/ 597682 w 2477661"/>
              <a:gd name="csY19" fmla="*/ 3142357 h 3266172"/>
              <a:gd name="csX20" fmla="*/ 157077 w 2477661"/>
              <a:gd name="csY20" fmla="*/ 2764505 h 3266172"/>
              <a:gd name="csX21" fmla="*/ 0 w 2477661"/>
              <a:gd name="csY21" fmla="*/ 2119810 h 3266172"/>
              <a:gd name="csX22" fmla="*/ 757259 w 2477661"/>
              <a:gd name="csY22" fmla="*/ 2119810 h 3266172"/>
              <a:gd name="csX23" fmla="*/ 748470 w 2477661"/>
              <a:gd name="csY23" fmla="*/ 2206998 h 3266172"/>
              <a:gd name="csX24" fmla="*/ 1216378 w 2477661"/>
              <a:gd name="csY24" fmla="*/ 2674906 h 3266172"/>
              <a:gd name="csX25" fmla="*/ 1684286 w 2477661"/>
              <a:gd name="csY25" fmla="*/ 2206998 h 3266172"/>
              <a:gd name="csX26" fmla="*/ 1216378 w 2477661"/>
              <a:gd name="csY26" fmla="*/ 1739090 h 3266172"/>
              <a:gd name="csX27" fmla="*/ 885517 w 2477661"/>
              <a:gd name="csY27" fmla="*/ 1876137 h 3266172"/>
              <a:gd name="csX28" fmla="*/ 865833 w 2477661"/>
              <a:gd name="csY28" fmla="*/ 1899995 h 3266172"/>
              <a:gd name="csX29" fmla="*/ 730122 w 2477661"/>
              <a:gd name="csY29" fmla="*/ 1861838 h 3266172"/>
              <a:gd name="csX30" fmla="*/ 295383 w 2477661"/>
              <a:gd name="csY30" fmla="*/ 1604267 h 3266172"/>
              <a:gd name="csX31" fmla="*/ 71129 w 2477661"/>
              <a:gd name="csY31" fmla="*/ 1014008 h 3266172"/>
              <a:gd name="csX32" fmla="*/ 223266 w 2477661"/>
              <a:gd name="csY32" fmla="*/ 482454 h 3266172"/>
              <a:gd name="csX33" fmla="*/ 644113 w 2477661"/>
              <a:gd name="csY33" fmla="*/ 127018 h 3266172"/>
              <a:gd name="csX34" fmla="*/ 1264516 w 2477661"/>
              <a:gd name="csY34" fmla="*/ 0 h 3266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2477661" h="3266172">
                <a:moveTo>
                  <a:pt x="1264516" y="0"/>
                </a:moveTo>
                <a:cubicBezTo>
                  <a:pt x="1504248" y="0"/>
                  <a:pt x="1711048" y="42695"/>
                  <a:pt x="1884919" y="128085"/>
                </a:cubicBezTo>
                <a:cubicBezTo>
                  <a:pt x="2058791" y="213475"/>
                  <a:pt x="2193145" y="334444"/>
                  <a:pt x="2287984" y="490993"/>
                </a:cubicBezTo>
                <a:cubicBezTo>
                  <a:pt x="2382823" y="647542"/>
                  <a:pt x="2431560" y="831131"/>
                  <a:pt x="2434194" y="1041759"/>
                </a:cubicBezTo>
                <a:lnTo>
                  <a:pt x="1699033" y="1041759"/>
                </a:lnTo>
                <a:lnTo>
                  <a:pt x="1697232" y="1023894"/>
                </a:lnTo>
                <a:cubicBezTo>
                  <a:pt x="1653601" y="810677"/>
                  <a:pt x="1464946" y="650286"/>
                  <a:pt x="1238830" y="650286"/>
                </a:cubicBezTo>
                <a:cubicBezTo>
                  <a:pt x="980412" y="650286"/>
                  <a:pt x="770922" y="859776"/>
                  <a:pt x="770922" y="1118194"/>
                </a:cubicBezTo>
                <a:cubicBezTo>
                  <a:pt x="770922" y="1376612"/>
                  <a:pt x="980412" y="1586102"/>
                  <a:pt x="1238830" y="1586102"/>
                </a:cubicBezTo>
                <a:cubicBezTo>
                  <a:pt x="1400341" y="1586102"/>
                  <a:pt x="1542740" y="1504270"/>
                  <a:pt x="1626827" y="1379806"/>
                </a:cubicBezTo>
                <a:lnTo>
                  <a:pt x="1650435" y="1336312"/>
                </a:lnTo>
                <a:lnTo>
                  <a:pt x="1667272" y="1340558"/>
                </a:lnTo>
                <a:cubicBezTo>
                  <a:pt x="1781251" y="1372446"/>
                  <a:pt x="1882450" y="1410538"/>
                  <a:pt x="1970867" y="1454834"/>
                </a:cubicBezTo>
                <a:cubicBezTo>
                  <a:pt x="2088756" y="1513896"/>
                  <a:pt x="2185242" y="1583631"/>
                  <a:pt x="2260323" y="1664040"/>
                </a:cubicBezTo>
                <a:cubicBezTo>
                  <a:pt x="2335403" y="1744449"/>
                  <a:pt x="2390396" y="1835532"/>
                  <a:pt x="2425302" y="1937288"/>
                </a:cubicBezTo>
                <a:cubicBezTo>
                  <a:pt x="2460208" y="2039045"/>
                  <a:pt x="2477661" y="2151119"/>
                  <a:pt x="2477661" y="2273512"/>
                </a:cubicBezTo>
                <a:cubicBezTo>
                  <a:pt x="2477661" y="2485564"/>
                  <a:pt x="2429584" y="2665595"/>
                  <a:pt x="2333427" y="2813605"/>
                </a:cubicBezTo>
                <a:cubicBezTo>
                  <a:pt x="2237272" y="2961614"/>
                  <a:pt x="2099294" y="3074045"/>
                  <a:pt x="1919497" y="3150896"/>
                </a:cubicBezTo>
                <a:cubicBezTo>
                  <a:pt x="1739698" y="3227747"/>
                  <a:pt x="1523347" y="3266172"/>
                  <a:pt x="1270444" y="3266172"/>
                </a:cubicBezTo>
                <a:cubicBezTo>
                  <a:pt x="1012272" y="3266172"/>
                  <a:pt x="788018" y="3224901"/>
                  <a:pt x="597682" y="3142357"/>
                </a:cubicBezTo>
                <a:cubicBezTo>
                  <a:pt x="407346" y="3059813"/>
                  <a:pt x="260477" y="2933862"/>
                  <a:pt x="157077" y="2764505"/>
                </a:cubicBezTo>
                <a:cubicBezTo>
                  <a:pt x="53676" y="2595148"/>
                  <a:pt x="1317" y="2380250"/>
                  <a:pt x="0" y="2119810"/>
                </a:cubicBezTo>
                <a:lnTo>
                  <a:pt x="757259" y="2119810"/>
                </a:lnTo>
                <a:lnTo>
                  <a:pt x="748470" y="2206998"/>
                </a:lnTo>
                <a:cubicBezTo>
                  <a:pt x="748470" y="2465416"/>
                  <a:pt x="957960" y="2674906"/>
                  <a:pt x="1216378" y="2674906"/>
                </a:cubicBezTo>
                <a:cubicBezTo>
                  <a:pt x="1474796" y="2674906"/>
                  <a:pt x="1684286" y="2465416"/>
                  <a:pt x="1684286" y="2206998"/>
                </a:cubicBezTo>
                <a:cubicBezTo>
                  <a:pt x="1684286" y="1948580"/>
                  <a:pt x="1474796" y="1739090"/>
                  <a:pt x="1216378" y="1739090"/>
                </a:cubicBezTo>
                <a:cubicBezTo>
                  <a:pt x="1087169" y="1739090"/>
                  <a:pt x="970192" y="1791463"/>
                  <a:pt x="885517" y="1876137"/>
                </a:cubicBezTo>
                <a:lnTo>
                  <a:pt x="865833" y="1899995"/>
                </a:lnTo>
                <a:lnTo>
                  <a:pt x="730122" y="1861838"/>
                </a:lnTo>
                <a:cubicBezTo>
                  <a:pt x="552423" y="1800598"/>
                  <a:pt x="407510" y="1714741"/>
                  <a:pt x="295383" y="1604267"/>
                </a:cubicBezTo>
                <a:cubicBezTo>
                  <a:pt x="145881" y="1456969"/>
                  <a:pt x="71129" y="1260216"/>
                  <a:pt x="71129" y="1014008"/>
                </a:cubicBezTo>
                <a:cubicBezTo>
                  <a:pt x="71129" y="811918"/>
                  <a:pt x="121842" y="634733"/>
                  <a:pt x="223266" y="482454"/>
                </a:cubicBezTo>
                <a:cubicBezTo>
                  <a:pt x="324691" y="330175"/>
                  <a:pt x="464973" y="211696"/>
                  <a:pt x="644113" y="127018"/>
                </a:cubicBezTo>
                <a:cubicBezTo>
                  <a:pt x="823253" y="42339"/>
                  <a:pt x="1030054" y="0"/>
                  <a:pt x="1264516" y="0"/>
                </a:cubicBezTo>
                <a:close/>
              </a:path>
            </a:pathLst>
          </a:custGeom>
          <a:solidFill>
            <a:srgbClr val="0100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F31FE4-73D2-E457-AC9C-268D73BA623F}"/>
              </a:ext>
            </a:extLst>
          </p:cNvPr>
          <p:cNvSpPr txBox="1"/>
          <p:nvPr/>
        </p:nvSpPr>
        <p:spPr>
          <a:xfrm>
            <a:off x="7923309" y="1749500"/>
            <a:ext cx="2309803" cy="3225614"/>
          </a:xfrm>
          <a:custGeom>
            <a:avLst/>
            <a:gdLst>
              <a:gd name="csX0" fmla="*/ 31532 w 2309803"/>
              <a:gd name="csY0" fmla="*/ 0 h 3225614"/>
              <a:gd name="csX1" fmla="*/ 1823257 w 2309803"/>
              <a:gd name="csY1" fmla="*/ 0 h 3225614"/>
              <a:gd name="csX2" fmla="*/ 1823257 w 2309803"/>
              <a:gd name="csY2" fmla="*/ 1 h 3225614"/>
              <a:gd name="csX3" fmla="*/ 2309803 w 2309803"/>
              <a:gd name="csY3" fmla="*/ 1 h 3225614"/>
              <a:gd name="csX4" fmla="*/ 2309803 w 2309803"/>
              <a:gd name="csY4" fmla="*/ 2183854 h 3225614"/>
              <a:gd name="csX5" fmla="*/ 2010938 w 2309803"/>
              <a:gd name="csY5" fmla="*/ 2955568 h 3225614"/>
              <a:gd name="csX6" fmla="*/ 1157036 w 2309803"/>
              <a:gd name="csY6" fmla="*/ 3225614 h 3225614"/>
              <a:gd name="csX7" fmla="*/ 301000 w 2309803"/>
              <a:gd name="csY7" fmla="*/ 2955568 h 3225614"/>
              <a:gd name="csX8" fmla="*/ 0 w 2309803"/>
              <a:gd name="csY8" fmla="*/ 2181719 h 3225614"/>
              <a:gd name="csX9" fmla="*/ 0 w 2309803"/>
              <a:gd name="csY9" fmla="*/ 1972514 h 3225614"/>
              <a:gd name="csX10" fmla="*/ 853901 w 2309803"/>
              <a:gd name="csY10" fmla="*/ 1972514 h 3225614"/>
              <a:gd name="csX11" fmla="*/ 853901 w 2309803"/>
              <a:gd name="csY11" fmla="*/ 2196663 h 3225614"/>
              <a:gd name="csX12" fmla="*/ 931820 w 2309803"/>
              <a:gd name="csY12" fmla="*/ 2453900 h 3225614"/>
              <a:gd name="csX13" fmla="*/ 1154902 w 2309803"/>
              <a:gd name="csY13" fmla="*/ 2540358 h 3225614"/>
              <a:gd name="csX14" fmla="*/ 1374781 w 2309803"/>
              <a:gd name="csY14" fmla="*/ 2453900 h 3225614"/>
              <a:gd name="csX15" fmla="*/ 1451632 w 2309803"/>
              <a:gd name="csY15" fmla="*/ 2194528 h 3225614"/>
              <a:gd name="csX16" fmla="*/ 1451632 w 2309803"/>
              <a:gd name="csY16" fmla="*/ 880685 h 3225614"/>
              <a:gd name="csX17" fmla="*/ 31532 w 2309803"/>
              <a:gd name="csY17" fmla="*/ 880685 h 32256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2309803" h="3225614">
                <a:moveTo>
                  <a:pt x="31532" y="0"/>
                </a:moveTo>
                <a:lnTo>
                  <a:pt x="1823257" y="0"/>
                </a:lnTo>
                <a:lnTo>
                  <a:pt x="1823257" y="1"/>
                </a:lnTo>
                <a:lnTo>
                  <a:pt x="2309803" y="1"/>
                </a:lnTo>
                <a:lnTo>
                  <a:pt x="2309803" y="2183854"/>
                </a:lnTo>
                <a:cubicBezTo>
                  <a:pt x="2309803" y="2518299"/>
                  <a:pt x="2210182" y="2775537"/>
                  <a:pt x="2010938" y="2955568"/>
                </a:cubicBezTo>
                <a:cubicBezTo>
                  <a:pt x="1811694" y="3135599"/>
                  <a:pt x="1527060" y="3225614"/>
                  <a:pt x="1157036" y="3225614"/>
                </a:cubicBezTo>
                <a:cubicBezTo>
                  <a:pt x="787012" y="3225614"/>
                  <a:pt x="501667" y="3135599"/>
                  <a:pt x="301000" y="2955568"/>
                </a:cubicBezTo>
                <a:cubicBezTo>
                  <a:pt x="100333" y="2775537"/>
                  <a:pt x="0" y="2517587"/>
                  <a:pt x="0" y="2181719"/>
                </a:cubicBezTo>
                <a:lnTo>
                  <a:pt x="0" y="1972514"/>
                </a:lnTo>
                <a:lnTo>
                  <a:pt x="853901" y="1972514"/>
                </a:lnTo>
                <a:lnTo>
                  <a:pt x="853901" y="2196663"/>
                </a:lnTo>
                <a:cubicBezTo>
                  <a:pt x="853901" y="2310516"/>
                  <a:pt x="879874" y="2396262"/>
                  <a:pt x="931820" y="2453900"/>
                </a:cubicBezTo>
                <a:cubicBezTo>
                  <a:pt x="983766" y="2511539"/>
                  <a:pt x="1058126" y="2540358"/>
                  <a:pt x="1154902" y="2540358"/>
                </a:cubicBezTo>
                <a:cubicBezTo>
                  <a:pt x="1250254" y="2540358"/>
                  <a:pt x="1323547" y="2511539"/>
                  <a:pt x="1374781" y="2453900"/>
                </a:cubicBezTo>
                <a:cubicBezTo>
                  <a:pt x="1426015" y="2396262"/>
                  <a:pt x="1451632" y="2309805"/>
                  <a:pt x="1451632" y="2194528"/>
                </a:cubicBezTo>
                <a:lnTo>
                  <a:pt x="1451632" y="880685"/>
                </a:lnTo>
                <a:lnTo>
                  <a:pt x="31532" y="88068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34400" b="1" dirty="0">
              <a:latin typeface="Inter 18pt Black" panose="02000503000000020004" pitchFamily="2" charset="0"/>
              <a:ea typeface="Inter 18pt Black" panose="02000503000000020004" pitchFamily="2" charset="0"/>
              <a:cs typeface="Poppins" panose="00000500000000000000" pitchFamily="2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815A41E-23A5-EA62-ED3D-452B5CDE32C5}"/>
              </a:ext>
            </a:extLst>
          </p:cNvPr>
          <p:cNvSpPr/>
          <p:nvPr/>
        </p:nvSpPr>
        <p:spPr>
          <a:xfrm>
            <a:off x="9369616" y="1841390"/>
            <a:ext cx="2477661" cy="3266172"/>
          </a:xfrm>
          <a:custGeom>
            <a:avLst/>
            <a:gdLst>
              <a:gd name="csX0" fmla="*/ 1264516 w 2477661"/>
              <a:gd name="csY0" fmla="*/ 0 h 3266172"/>
              <a:gd name="csX1" fmla="*/ 1884919 w 2477661"/>
              <a:gd name="csY1" fmla="*/ 128085 h 3266172"/>
              <a:gd name="csX2" fmla="*/ 2287984 w 2477661"/>
              <a:gd name="csY2" fmla="*/ 490993 h 3266172"/>
              <a:gd name="csX3" fmla="*/ 2434194 w 2477661"/>
              <a:gd name="csY3" fmla="*/ 1041759 h 3266172"/>
              <a:gd name="csX4" fmla="*/ 1699033 w 2477661"/>
              <a:gd name="csY4" fmla="*/ 1041759 h 3266172"/>
              <a:gd name="csX5" fmla="*/ 1697232 w 2477661"/>
              <a:gd name="csY5" fmla="*/ 1023894 h 3266172"/>
              <a:gd name="csX6" fmla="*/ 1238830 w 2477661"/>
              <a:gd name="csY6" fmla="*/ 650286 h 3266172"/>
              <a:gd name="csX7" fmla="*/ 770922 w 2477661"/>
              <a:gd name="csY7" fmla="*/ 1118194 h 3266172"/>
              <a:gd name="csX8" fmla="*/ 1238830 w 2477661"/>
              <a:gd name="csY8" fmla="*/ 1586102 h 3266172"/>
              <a:gd name="csX9" fmla="*/ 1626827 w 2477661"/>
              <a:gd name="csY9" fmla="*/ 1379806 h 3266172"/>
              <a:gd name="csX10" fmla="*/ 1650435 w 2477661"/>
              <a:gd name="csY10" fmla="*/ 1336312 h 3266172"/>
              <a:gd name="csX11" fmla="*/ 1667272 w 2477661"/>
              <a:gd name="csY11" fmla="*/ 1340558 h 3266172"/>
              <a:gd name="csX12" fmla="*/ 1970867 w 2477661"/>
              <a:gd name="csY12" fmla="*/ 1454834 h 3266172"/>
              <a:gd name="csX13" fmla="*/ 2260323 w 2477661"/>
              <a:gd name="csY13" fmla="*/ 1664040 h 3266172"/>
              <a:gd name="csX14" fmla="*/ 2425302 w 2477661"/>
              <a:gd name="csY14" fmla="*/ 1937288 h 3266172"/>
              <a:gd name="csX15" fmla="*/ 2477661 w 2477661"/>
              <a:gd name="csY15" fmla="*/ 2273512 h 3266172"/>
              <a:gd name="csX16" fmla="*/ 2333427 w 2477661"/>
              <a:gd name="csY16" fmla="*/ 2813605 h 3266172"/>
              <a:gd name="csX17" fmla="*/ 1919497 w 2477661"/>
              <a:gd name="csY17" fmla="*/ 3150896 h 3266172"/>
              <a:gd name="csX18" fmla="*/ 1270444 w 2477661"/>
              <a:gd name="csY18" fmla="*/ 3266172 h 3266172"/>
              <a:gd name="csX19" fmla="*/ 597682 w 2477661"/>
              <a:gd name="csY19" fmla="*/ 3142357 h 3266172"/>
              <a:gd name="csX20" fmla="*/ 157077 w 2477661"/>
              <a:gd name="csY20" fmla="*/ 2764505 h 3266172"/>
              <a:gd name="csX21" fmla="*/ 0 w 2477661"/>
              <a:gd name="csY21" fmla="*/ 2119810 h 3266172"/>
              <a:gd name="csX22" fmla="*/ 757259 w 2477661"/>
              <a:gd name="csY22" fmla="*/ 2119810 h 3266172"/>
              <a:gd name="csX23" fmla="*/ 748470 w 2477661"/>
              <a:gd name="csY23" fmla="*/ 2206998 h 3266172"/>
              <a:gd name="csX24" fmla="*/ 1216378 w 2477661"/>
              <a:gd name="csY24" fmla="*/ 2674906 h 3266172"/>
              <a:gd name="csX25" fmla="*/ 1684286 w 2477661"/>
              <a:gd name="csY25" fmla="*/ 2206998 h 3266172"/>
              <a:gd name="csX26" fmla="*/ 1216378 w 2477661"/>
              <a:gd name="csY26" fmla="*/ 1739090 h 3266172"/>
              <a:gd name="csX27" fmla="*/ 885517 w 2477661"/>
              <a:gd name="csY27" fmla="*/ 1876137 h 3266172"/>
              <a:gd name="csX28" fmla="*/ 865833 w 2477661"/>
              <a:gd name="csY28" fmla="*/ 1899995 h 3266172"/>
              <a:gd name="csX29" fmla="*/ 730122 w 2477661"/>
              <a:gd name="csY29" fmla="*/ 1861838 h 3266172"/>
              <a:gd name="csX30" fmla="*/ 295383 w 2477661"/>
              <a:gd name="csY30" fmla="*/ 1604267 h 3266172"/>
              <a:gd name="csX31" fmla="*/ 71129 w 2477661"/>
              <a:gd name="csY31" fmla="*/ 1014008 h 3266172"/>
              <a:gd name="csX32" fmla="*/ 223266 w 2477661"/>
              <a:gd name="csY32" fmla="*/ 482454 h 3266172"/>
              <a:gd name="csX33" fmla="*/ 644113 w 2477661"/>
              <a:gd name="csY33" fmla="*/ 127018 h 3266172"/>
              <a:gd name="csX34" fmla="*/ 1264516 w 2477661"/>
              <a:gd name="csY34" fmla="*/ 0 h 3266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2477661" h="3266172">
                <a:moveTo>
                  <a:pt x="1264516" y="0"/>
                </a:moveTo>
                <a:cubicBezTo>
                  <a:pt x="1504248" y="0"/>
                  <a:pt x="1711048" y="42695"/>
                  <a:pt x="1884919" y="128085"/>
                </a:cubicBezTo>
                <a:cubicBezTo>
                  <a:pt x="2058791" y="213475"/>
                  <a:pt x="2193145" y="334444"/>
                  <a:pt x="2287984" y="490993"/>
                </a:cubicBezTo>
                <a:cubicBezTo>
                  <a:pt x="2382823" y="647542"/>
                  <a:pt x="2431560" y="831131"/>
                  <a:pt x="2434194" y="1041759"/>
                </a:cubicBezTo>
                <a:lnTo>
                  <a:pt x="1699033" y="1041759"/>
                </a:lnTo>
                <a:lnTo>
                  <a:pt x="1697232" y="1023894"/>
                </a:lnTo>
                <a:cubicBezTo>
                  <a:pt x="1653601" y="810677"/>
                  <a:pt x="1464946" y="650286"/>
                  <a:pt x="1238830" y="650286"/>
                </a:cubicBezTo>
                <a:cubicBezTo>
                  <a:pt x="980412" y="650286"/>
                  <a:pt x="770922" y="859776"/>
                  <a:pt x="770922" y="1118194"/>
                </a:cubicBezTo>
                <a:cubicBezTo>
                  <a:pt x="770922" y="1376612"/>
                  <a:pt x="980412" y="1586102"/>
                  <a:pt x="1238830" y="1586102"/>
                </a:cubicBezTo>
                <a:cubicBezTo>
                  <a:pt x="1400341" y="1586102"/>
                  <a:pt x="1542740" y="1504270"/>
                  <a:pt x="1626827" y="1379806"/>
                </a:cubicBezTo>
                <a:lnTo>
                  <a:pt x="1650435" y="1336312"/>
                </a:lnTo>
                <a:lnTo>
                  <a:pt x="1667272" y="1340558"/>
                </a:lnTo>
                <a:cubicBezTo>
                  <a:pt x="1781251" y="1372446"/>
                  <a:pt x="1882450" y="1410538"/>
                  <a:pt x="1970867" y="1454834"/>
                </a:cubicBezTo>
                <a:cubicBezTo>
                  <a:pt x="2088756" y="1513896"/>
                  <a:pt x="2185242" y="1583631"/>
                  <a:pt x="2260323" y="1664040"/>
                </a:cubicBezTo>
                <a:cubicBezTo>
                  <a:pt x="2335403" y="1744449"/>
                  <a:pt x="2390396" y="1835532"/>
                  <a:pt x="2425302" y="1937288"/>
                </a:cubicBezTo>
                <a:cubicBezTo>
                  <a:pt x="2460208" y="2039045"/>
                  <a:pt x="2477661" y="2151119"/>
                  <a:pt x="2477661" y="2273512"/>
                </a:cubicBezTo>
                <a:cubicBezTo>
                  <a:pt x="2477661" y="2485564"/>
                  <a:pt x="2429584" y="2665595"/>
                  <a:pt x="2333427" y="2813605"/>
                </a:cubicBezTo>
                <a:cubicBezTo>
                  <a:pt x="2237272" y="2961614"/>
                  <a:pt x="2099294" y="3074045"/>
                  <a:pt x="1919497" y="3150896"/>
                </a:cubicBezTo>
                <a:cubicBezTo>
                  <a:pt x="1739698" y="3227747"/>
                  <a:pt x="1523347" y="3266172"/>
                  <a:pt x="1270444" y="3266172"/>
                </a:cubicBezTo>
                <a:cubicBezTo>
                  <a:pt x="1012272" y="3266172"/>
                  <a:pt x="788018" y="3224901"/>
                  <a:pt x="597682" y="3142357"/>
                </a:cubicBezTo>
                <a:cubicBezTo>
                  <a:pt x="407346" y="3059813"/>
                  <a:pt x="260477" y="2933862"/>
                  <a:pt x="157077" y="2764505"/>
                </a:cubicBezTo>
                <a:cubicBezTo>
                  <a:pt x="53676" y="2595148"/>
                  <a:pt x="1317" y="2380250"/>
                  <a:pt x="0" y="2119810"/>
                </a:cubicBezTo>
                <a:lnTo>
                  <a:pt x="757259" y="2119810"/>
                </a:lnTo>
                <a:lnTo>
                  <a:pt x="748470" y="2206998"/>
                </a:lnTo>
                <a:cubicBezTo>
                  <a:pt x="748470" y="2465416"/>
                  <a:pt x="957960" y="2674906"/>
                  <a:pt x="1216378" y="2674906"/>
                </a:cubicBezTo>
                <a:cubicBezTo>
                  <a:pt x="1474796" y="2674906"/>
                  <a:pt x="1684286" y="2465416"/>
                  <a:pt x="1684286" y="2206998"/>
                </a:cubicBezTo>
                <a:cubicBezTo>
                  <a:pt x="1684286" y="1948580"/>
                  <a:pt x="1474796" y="1739090"/>
                  <a:pt x="1216378" y="1739090"/>
                </a:cubicBezTo>
                <a:cubicBezTo>
                  <a:pt x="1087169" y="1739090"/>
                  <a:pt x="970192" y="1791463"/>
                  <a:pt x="885517" y="1876137"/>
                </a:cubicBezTo>
                <a:lnTo>
                  <a:pt x="865833" y="1899995"/>
                </a:lnTo>
                <a:lnTo>
                  <a:pt x="730122" y="1861838"/>
                </a:lnTo>
                <a:cubicBezTo>
                  <a:pt x="552423" y="1800598"/>
                  <a:pt x="407510" y="1714741"/>
                  <a:pt x="295383" y="1604267"/>
                </a:cubicBezTo>
                <a:cubicBezTo>
                  <a:pt x="145881" y="1456969"/>
                  <a:pt x="71129" y="1260216"/>
                  <a:pt x="71129" y="1014008"/>
                </a:cubicBezTo>
                <a:cubicBezTo>
                  <a:pt x="71129" y="811918"/>
                  <a:pt x="121842" y="634733"/>
                  <a:pt x="223266" y="482454"/>
                </a:cubicBezTo>
                <a:cubicBezTo>
                  <a:pt x="324691" y="330175"/>
                  <a:pt x="464973" y="211696"/>
                  <a:pt x="644113" y="127018"/>
                </a:cubicBezTo>
                <a:cubicBezTo>
                  <a:pt x="823253" y="42339"/>
                  <a:pt x="1030054" y="0"/>
                  <a:pt x="1264516" y="0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325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81F38F45-A3BA-ECDE-273E-442C01EAF236}"/>
              </a:ext>
            </a:extLst>
          </p:cNvPr>
          <p:cNvSpPr txBox="1"/>
          <p:nvPr/>
        </p:nvSpPr>
        <p:spPr>
          <a:xfrm>
            <a:off x="4024872" y="1566004"/>
            <a:ext cx="728967" cy="1790757"/>
          </a:xfrm>
          <a:custGeom>
            <a:avLst/>
            <a:gdLst>
              <a:gd name="csX0" fmla="*/ 728967 w 728967"/>
              <a:gd name="csY0" fmla="*/ 0 h 1790757"/>
              <a:gd name="csX1" fmla="*/ 728967 w 728967"/>
              <a:gd name="csY1" fmla="*/ 1790757 h 1790757"/>
              <a:gd name="csX2" fmla="*/ 695292 w 728967"/>
              <a:gd name="csY2" fmla="*/ 1781783 h 1790757"/>
              <a:gd name="csX3" fmla="*/ 236606 w 728967"/>
              <a:gd name="csY3" fmla="*/ 1524212 h 1790757"/>
              <a:gd name="csX4" fmla="*/ 0 w 728967"/>
              <a:gd name="csY4" fmla="*/ 933953 h 1790757"/>
              <a:gd name="csX5" fmla="*/ 160517 w 728967"/>
              <a:gd name="csY5" fmla="*/ 402399 h 1790757"/>
              <a:gd name="csX6" fmla="*/ 604545 w 728967"/>
              <a:gd name="csY6" fmla="*/ 46963 h 1790757"/>
              <a:gd name="csX7" fmla="*/ 728967 w 728967"/>
              <a:gd name="csY7" fmla="*/ 0 h 17907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728967" h="1790757">
                <a:moveTo>
                  <a:pt x="728967" y="0"/>
                </a:moveTo>
                <a:lnTo>
                  <a:pt x="728967" y="1790757"/>
                </a:lnTo>
                <a:lnTo>
                  <a:pt x="695292" y="1781783"/>
                </a:lnTo>
                <a:cubicBezTo>
                  <a:pt x="507805" y="1720542"/>
                  <a:pt x="354910" y="1634686"/>
                  <a:pt x="236606" y="1524212"/>
                </a:cubicBezTo>
                <a:cubicBezTo>
                  <a:pt x="78869" y="1376914"/>
                  <a:pt x="0" y="1180161"/>
                  <a:pt x="0" y="933953"/>
                </a:cubicBezTo>
                <a:cubicBezTo>
                  <a:pt x="0" y="731863"/>
                  <a:pt x="53506" y="554678"/>
                  <a:pt x="160517" y="402399"/>
                </a:cubicBezTo>
                <a:cubicBezTo>
                  <a:pt x="267529" y="250120"/>
                  <a:pt x="415538" y="131641"/>
                  <a:pt x="604545" y="46963"/>
                </a:cubicBezTo>
                <a:lnTo>
                  <a:pt x="728967" y="0"/>
                </a:lnTo>
                <a:close/>
              </a:path>
            </a:pathLst>
          </a:custGeom>
          <a:solidFill>
            <a:srgbClr val="6A71BC">
              <a:alpha val="69804"/>
            </a:srgb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34400" b="1" dirty="0">
              <a:latin typeface="Inter 18pt Black" panose="02000503000000020004" pitchFamily="2" charset="0"/>
              <a:ea typeface="Inter 18pt Black" panose="02000503000000020004" pitchFamily="2" charset="0"/>
              <a:cs typeface="Poppins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5770D3-94E4-312C-048C-86A6E42DD6FC}"/>
              </a:ext>
            </a:extLst>
          </p:cNvPr>
          <p:cNvSpPr txBox="1"/>
          <p:nvPr/>
        </p:nvSpPr>
        <p:spPr>
          <a:xfrm>
            <a:off x="3949825" y="3605758"/>
            <a:ext cx="804014" cy="937762"/>
          </a:xfrm>
          <a:custGeom>
            <a:avLst/>
            <a:gdLst>
              <a:gd name="csX0" fmla="*/ 0 w 804014"/>
              <a:gd name="csY0" fmla="*/ 0 h 937762"/>
              <a:gd name="csX1" fmla="*/ 804014 w 804014"/>
              <a:gd name="csY1" fmla="*/ 0 h 937762"/>
              <a:gd name="csX2" fmla="*/ 804014 w 804014"/>
              <a:gd name="csY2" fmla="*/ 135598 h 937762"/>
              <a:gd name="csX3" fmla="*/ 505149 w 804014"/>
              <a:gd name="csY3" fmla="*/ 907312 h 937762"/>
              <a:gd name="csX4" fmla="*/ 467278 w 804014"/>
              <a:gd name="csY4" fmla="*/ 937762 h 937762"/>
              <a:gd name="csX5" fmla="*/ 363770 w 804014"/>
              <a:gd name="csY5" fmla="*/ 866176 h 937762"/>
              <a:gd name="csX6" fmla="*/ 165729 w 804014"/>
              <a:gd name="csY6" fmla="*/ 644695 h 937762"/>
              <a:gd name="csX7" fmla="*/ 0 w 804014"/>
              <a:gd name="csY7" fmla="*/ 0 h 9377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804014" h="937762">
                <a:moveTo>
                  <a:pt x="0" y="0"/>
                </a:moveTo>
                <a:lnTo>
                  <a:pt x="804014" y="0"/>
                </a:lnTo>
                <a:lnTo>
                  <a:pt x="804014" y="135598"/>
                </a:lnTo>
                <a:cubicBezTo>
                  <a:pt x="804014" y="470043"/>
                  <a:pt x="704393" y="727281"/>
                  <a:pt x="505149" y="907312"/>
                </a:cubicBezTo>
                <a:lnTo>
                  <a:pt x="467278" y="937762"/>
                </a:lnTo>
                <a:lnTo>
                  <a:pt x="363770" y="866176"/>
                </a:lnTo>
                <a:cubicBezTo>
                  <a:pt x="286291" y="803201"/>
                  <a:pt x="220277" y="729374"/>
                  <a:pt x="165729" y="644695"/>
                </a:cubicBezTo>
                <a:cubicBezTo>
                  <a:pt x="56633" y="475338"/>
                  <a:pt x="1390" y="260440"/>
                  <a:pt x="0" y="0"/>
                </a:cubicBezTo>
                <a:close/>
              </a:path>
            </a:pathLst>
          </a:custGeom>
          <a:solidFill>
            <a:srgbClr val="6A71BC">
              <a:alpha val="69804"/>
            </a:srgb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34400" b="1" dirty="0">
              <a:latin typeface="Inter 18pt Black" panose="02000503000000020004" pitchFamily="2" charset="0"/>
              <a:ea typeface="Inter 18pt Black" panose="02000503000000020004" pitchFamily="2" charset="0"/>
              <a:cs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2746D9-6E84-EB57-5554-2B825DD9A1AF}"/>
              </a:ext>
            </a:extLst>
          </p:cNvPr>
          <p:cNvSpPr txBox="1"/>
          <p:nvPr/>
        </p:nvSpPr>
        <p:spPr>
          <a:xfrm>
            <a:off x="4417103" y="1485948"/>
            <a:ext cx="2146859" cy="3266172"/>
          </a:xfrm>
          <a:custGeom>
            <a:avLst/>
            <a:gdLst>
              <a:gd name="csX0" fmla="*/ 866891 w 2146859"/>
              <a:gd name="csY0" fmla="*/ 0 h 3266172"/>
              <a:gd name="csX1" fmla="*/ 1521467 w 2146859"/>
              <a:gd name="csY1" fmla="*/ 128085 h 3266172"/>
              <a:gd name="csX2" fmla="*/ 1946734 w 2146859"/>
              <a:gd name="csY2" fmla="*/ 490993 h 3266172"/>
              <a:gd name="csX3" fmla="*/ 2100998 w 2146859"/>
              <a:gd name="csY3" fmla="*/ 1041759 h 3266172"/>
              <a:gd name="csX4" fmla="*/ 1294242 w 2146859"/>
              <a:gd name="csY4" fmla="*/ 1041759 h 3266172"/>
              <a:gd name="csX5" fmla="*/ 1177502 w 2146859"/>
              <a:gd name="csY5" fmla="*/ 795195 h 3266172"/>
              <a:gd name="csX6" fmla="*/ 868976 w 2146859"/>
              <a:gd name="csY6" fmla="*/ 706603 h 3266172"/>
              <a:gd name="csX7" fmla="*/ 656343 w 2146859"/>
              <a:gd name="csY7" fmla="*/ 738624 h 3266172"/>
              <a:gd name="csX8" fmla="*/ 528137 w 2146859"/>
              <a:gd name="csY8" fmla="*/ 827217 h 3266172"/>
              <a:gd name="csX9" fmla="*/ 485402 w 2146859"/>
              <a:gd name="csY9" fmla="*/ 956369 h 3266172"/>
              <a:gd name="csX10" fmla="*/ 529180 w 2146859"/>
              <a:gd name="csY10" fmla="*/ 1088724 h 3266172"/>
              <a:gd name="csX11" fmla="*/ 668850 w 2146859"/>
              <a:gd name="csY11" fmla="*/ 1184788 h 3266172"/>
              <a:gd name="csX12" fmla="*/ 912753 w 2146859"/>
              <a:gd name="csY12" fmla="*/ 1257370 h 3266172"/>
              <a:gd name="csX13" fmla="*/ 1167079 w 2146859"/>
              <a:gd name="csY13" fmla="*/ 1310738 h 3266172"/>
              <a:gd name="csX14" fmla="*/ 1612149 w 2146859"/>
              <a:gd name="csY14" fmla="*/ 1454834 h 3266172"/>
              <a:gd name="csX15" fmla="*/ 1917550 w 2146859"/>
              <a:gd name="csY15" fmla="*/ 1664040 h 3266172"/>
              <a:gd name="csX16" fmla="*/ 2091616 w 2146859"/>
              <a:gd name="csY16" fmla="*/ 1937288 h 3266172"/>
              <a:gd name="csX17" fmla="*/ 2146859 w 2146859"/>
              <a:gd name="csY17" fmla="*/ 2273512 h 3266172"/>
              <a:gd name="csX18" fmla="*/ 1994680 w 2146859"/>
              <a:gd name="csY18" fmla="*/ 2813605 h 3266172"/>
              <a:gd name="csX19" fmla="*/ 1557949 w 2146859"/>
              <a:gd name="csY19" fmla="*/ 3150896 h 3266172"/>
              <a:gd name="csX20" fmla="*/ 873145 w 2146859"/>
              <a:gd name="csY20" fmla="*/ 3266172 h 3266172"/>
              <a:gd name="csX21" fmla="*/ 163326 w 2146859"/>
              <a:gd name="csY21" fmla="*/ 3142357 h 3266172"/>
              <a:gd name="csX22" fmla="*/ 21310 w 2146859"/>
              <a:gd name="csY22" fmla="*/ 3072310 h 3266172"/>
              <a:gd name="csX23" fmla="*/ 0 w 2146859"/>
              <a:gd name="csY23" fmla="*/ 3057572 h 3266172"/>
              <a:gd name="csX24" fmla="*/ 37871 w 2146859"/>
              <a:gd name="csY24" fmla="*/ 3027122 h 3266172"/>
              <a:gd name="csX25" fmla="*/ 336736 w 2146859"/>
              <a:gd name="csY25" fmla="*/ 2255408 h 3266172"/>
              <a:gd name="csX26" fmla="*/ 336736 w 2146859"/>
              <a:gd name="csY26" fmla="*/ 2119810 h 3266172"/>
              <a:gd name="csX27" fmla="*/ 337393 w 2146859"/>
              <a:gd name="csY27" fmla="*/ 2119810 h 3266172"/>
              <a:gd name="csX28" fmla="*/ 410355 w 2146859"/>
              <a:gd name="csY28" fmla="*/ 2359969 h 3266172"/>
              <a:gd name="csX29" fmla="*/ 590676 w 2146859"/>
              <a:gd name="csY29" fmla="*/ 2509402 h 3266172"/>
              <a:gd name="csX30" fmla="*/ 866891 w 2146859"/>
              <a:gd name="csY30" fmla="*/ 2559569 h 3266172"/>
              <a:gd name="csX31" fmla="*/ 1096202 w 2146859"/>
              <a:gd name="csY31" fmla="*/ 2525413 h 3266172"/>
              <a:gd name="csX32" fmla="*/ 1240042 w 2146859"/>
              <a:gd name="csY32" fmla="*/ 2430416 h 3266172"/>
              <a:gd name="csX33" fmla="*/ 1290073 w 2146859"/>
              <a:gd name="csY33" fmla="*/ 2288455 h 3266172"/>
              <a:gd name="csX34" fmla="*/ 1243169 w 2146859"/>
              <a:gd name="csY34" fmla="*/ 2160370 h 3266172"/>
              <a:gd name="csX35" fmla="*/ 1090990 w 2146859"/>
              <a:gd name="csY35" fmla="*/ 2060037 h 3266172"/>
              <a:gd name="csX36" fmla="*/ 812690 w 2146859"/>
              <a:gd name="csY36" fmla="*/ 1981051 h 3266172"/>
              <a:gd name="csX37" fmla="*/ 502079 w 2146859"/>
              <a:gd name="csY37" fmla="*/ 1914873 h 3266172"/>
              <a:gd name="csX38" fmla="*/ 336736 w 2146859"/>
              <a:gd name="csY38" fmla="*/ 1870812 h 3266172"/>
              <a:gd name="csX39" fmla="*/ 336736 w 2146859"/>
              <a:gd name="csY39" fmla="*/ 80055 h 3266172"/>
              <a:gd name="csX40" fmla="*/ 359542 w 2146859"/>
              <a:gd name="csY40" fmla="*/ 71447 h 3266172"/>
              <a:gd name="csX41" fmla="*/ 866891 w 2146859"/>
              <a:gd name="csY41" fmla="*/ 0 h 3266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2146859" h="3266172">
                <a:moveTo>
                  <a:pt x="866891" y="0"/>
                </a:moveTo>
                <a:cubicBezTo>
                  <a:pt x="1119828" y="0"/>
                  <a:pt x="1338019" y="42695"/>
                  <a:pt x="1521467" y="128085"/>
                </a:cubicBezTo>
                <a:cubicBezTo>
                  <a:pt x="1704916" y="213475"/>
                  <a:pt x="1846672" y="334444"/>
                  <a:pt x="1946734" y="490993"/>
                </a:cubicBezTo>
                <a:cubicBezTo>
                  <a:pt x="2046797" y="647542"/>
                  <a:pt x="2098218" y="831131"/>
                  <a:pt x="2100998" y="1041759"/>
                </a:cubicBezTo>
                <a:lnTo>
                  <a:pt x="1294242" y="1041759"/>
                </a:lnTo>
                <a:cubicBezTo>
                  <a:pt x="1287293" y="936445"/>
                  <a:pt x="1248380" y="854257"/>
                  <a:pt x="1177502" y="795195"/>
                </a:cubicBezTo>
                <a:cubicBezTo>
                  <a:pt x="1106625" y="736134"/>
                  <a:pt x="1003782" y="706603"/>
                  <a:pt x="868976" y="706603"/>
                </a:cubicBezTo>
                <a:cubicBezTo>
                  <a:pt x="784200" y="706603"/>
                  <a:pt x="713323" y="717277"/>
                  <a:pt x="656343" y="738624"/>
                </a:cubicBezTo>
                <a:cubicBezTo>
                  <a:pt x="599363" y="759972"/>
                  <a:pt x="556627" y="789503"/>
                  <a:pt x="528137" y="827217"/>
                </a:cubicBezTo>
                <a:cubicBezTo>
                  <a:pt x="499647" y="864931"/>
                  <a:pt x="485402" y="907982"/>
                  <a:pt x="485402" y="956369"/>
                </a:cubicBezTo>
                <a:cubicBezTo>
                  <a:pt x="485402" y="1007603"/>
                  <a:pt x="499994" y="1051722"/>
                  <a:pt x="529180" y="1088724"/>
                </a:cubicBezTo>
                <a:cubicBezTo>
                  <a:pt x="558364" y="1125726"/>
                  <a:pt x="604922" y="1157748"/>
                  <a:pt x="668850" y="1184788"/>
                </a:cubicBezTo>
                <a:cubicBezTo>
                  <a:pt x="732779" y="1211828"/>
                  <a:pt x="814080" y="1236022"/>
                  <a:pt x="912753" y="1257370"/>
                </a:cubicBezTo>
                <a:lnTo>
                  <a:pt x="1167079" y="1310738"/>
                </a:lnTo>
                <a:cubicBezTo>
                  <a:pt x="1339409" y="1347741"/>
                  <a:pt x="1487767" y="1395773"/>
                  <a:pt x="1612149" y="1454834"/>
                </a:cubicBezTo>
                <a:cubicBezTo>
                  <a:pt x="1736532" y="1513896"/>
                  <a:pt x="1838333" y="1583631"/>
                  <a:pt x="1917550" y="1664040"/>
                </a:cubicBezTo>
                <a:cubicBezTo>
                  <a:pt x="1996765" y="1744449"/>
                  <a:pt x="2054787" y="1835532"/>
                  <a:pt x="2091616" y="1937288"/>
                </a:cubicBezTo>
                <a:cubicBezTo>
                  <a:pt x="2128445" y="2039045"/>
                  <a:pt x="2146859" y="2151119"/>
                  <a:pt x="2146859" y="2273512"/>
                </a:cubicBezTo>
                <a:cubicBezTo>
                  <a:pt x="2146859" y="2485564"/>
                  <a:pt x="2096134" y="2665595"/>
                  <a:pt x="1994680" y="2813605"/>
                </a:cubicBezTo>
                <a:cubicBezTo>
                  <a:pt x="1893228" y="2961614"/>
                  <a:pt x="1747651" y="3074045"/>
                  <a:pt x="1557949" y="3150896"/>
                </a:cubicBezTo>
                <a:cubicBezTo>
                  <a:pt x="1368247" y="3227747"/>
                  <a:pt x="1139979" y="3266172"/>
                  <a:pt x="873145" y="3266172"/>
                </a:cubicBezTo>
                <a:cubicBezTo>
                  <a:pt x="600752" y="3266172"/>
                  <a:pt x="364146" y="3224901"/>
                  <a:pt x="163326" y="3142357"/>
                </a:cubicBezTo>
                <a:cubicBezTo>
                  <a:pt x="113121" y="3121721"/>
                  <a:pt x="65782" y="3098372"/>
                  <a:pt x="21310" y="3072310"/>
                </a:cubicBezTo>
                <a:lnTo>
                  <a:pt x="0" y="3057572"/>
                </a:lnTo>
                <a:lnTo>
                  <a:pt x="37871" y="3027122"/>
                </a:lnTo>
                <a:cubicBezTo>
                  <a:pt x="237115" y="2847091"/>
                  <a:pt x="336736" y="2589853"/>
                  <a:pt x="336736" y="2255408"/>
                </a:cubicBezTo>
                <a:lnTo>
                  <a:pt x="336736" y="2119810"/>
                </a:lnTo>
                <a:lnTo>
                  <a:pt x="337393" y="2119810"/>
                </a:lnTo>
                <a:cubicBezTo>
                  <a:pt x="342952" y="2213739"/>
                  <a:pt x="367273" y="2293792"/>
                  <a:pt x="410355" y="2359969"/>
                </a:cubicBezTo>
                <a:cubicBezTo>
                  <a:pt x="453438" y="2426147"/>
                  <a:pt x="513545" y="2475958"/>
                  <a:pt x="590676" y="2509402"/>
                </a:cubicBezTo>
                <a:cubicBezTo>
                  <a:pt x="667808" y="2542847"/>
                  <a:pt x="759880" y="2559569"/>
                  <a:pt x="866891" y="2559569"/>
                </a:cubicBezTo>
                <a:cubicBezTo>
                  <a:pt x="957226" y="2559569"/>
                  <a:pt x="1033662" y="2548184"/>
                  <a:pt x="1096202" y="2525413"/>
                </a:cubicBezTo>
                <a:cubicBezTo>
                  <a:pt x="1158740" y="2502642"/>
                  <a:pt x="1206688" y="2470977"/>
                  <a:pt x="1240042" y="2430416"/>
                </a:cubicBezTo>
                <a:cubicBezTo>
                  <a:pt x="1273396" y="2389856"/>
                  <a:pt x="1290073" y="2342536"/>
                  <a:pt x="1290073" y="2288455"/>
                </a:cubicBezTo>
                <a:cubicBezTo>
                  <a:pt x="1290073" y="2240068"/>
                  <a:pt x="1274438" y="2197372"/>
                  <a:pt x="1243169" y="2160370"/>
                </a:cubicBezTo>
                <a:cubicBezTo>
                  <a:pt x="1211899" y="2123368"/>
                  <a:pt x="1161173" y="2089923"/>
                  <a:pt x="1090990" y="2060037"/>
                </a:cubicBezTo>
                <a:cubicBezTo>
                  <a:pt x="1020807" y="2030150"/>
                  <a:pt x="928040" y="2003821"/>
                  <a:pt x="812690" y="1981051"/>
                </a:cubicBezTo>
                <a:lnTo>
                  <a:pt x="502079" y="1914873"/>
                </a:lnTo>
                <a:lnTo>
                  <a:pt x="336736" y="1870812"/>
                </a:lnTo>
                <a:lnTo>
                  <a:pt x="336736" y="80055"/>
                </a:lnTo>
                <a:lnTo>
                  <a:pt x="359542" y="71447"/>
                </a:lnTo>
                <a:cubicBezTo>
                  <a:pt x="512242" y="23816"/>
                  <a:pt x="681358" y="0"/>
                  <a:pt x="866891" y="0"/>
                </a:cubicBezTo>
                <a:close/>
              </a:path>
            </a:pathLst>
          </a:custGeom>
          <a:solidFill>
            <a:srgbClr val="FE4E9A">
              <a:alpha val="69804"/>
            </a:srgb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34400" b="1" dirty="0">
              <a:latin typeface="Inter 18pt Black" panose="02000503000000020004" pitchFamily="2" charset="0"/>
              <a:ea typeface="Inter 18pt Black" panose="02000503000000020004" pitchFamily="2" charset="0"/>
              <a:cs typeface="Poppins" panose="000005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F09F2C-1CCC-D30A-CCA8-C4B368C2C46C}"/>
              </a:ext>
            </a:extLst>
          </p:cNvPr>
          <p:cNvSpPr txBox="1"/>
          <p:nvPr/>
        </p:nvSpPr>
        <p:spPr>
          <a:xfrm>
            <a:off x="2444036" y="1557502"/>
            <a:ext cx="2309803" cy="3225614"/>
          </a:xfrm>
          <a:custGeom>
            <a:avLst/>
            <a:gdLst>
              <a:gd name="csX0" fmla="*/ 31532 w 2309803"/>
              <a:gd name="csY0" fmla="*/ 0 h 3225614"/>
              <a:gd name="csX1" fmla="*/ 1823257 w 2309803"/>
              <a:gd name="csY1" fmla="*/ 0 h 3225614"/>
              <a:gd name="csX2" fmla="*/ 1823257 w 2309803"/>
              <a:gd name="csY2" fmla="*/ 1 h 3225614"/>
              <a:gd name="csX3" fmla="*/ 2309803 w 2309803"/>
              <a:gd name="csY3" fmla="*/ 1 h 3225614"/>
              <a:gd name="csX4" fmla="*/ 2309803 w 2309803"/>
              <a:gd name="csY4" fmla="*/ 8501 h 3225614"/>
              <a:gd name="csX5" fmla="*/ 2185381 w 2309803"/>
              <a:gd name="csY5" fmla="*/ 55464 h 3225614"/>
              <a:gd name="csX6" fmla="*/ 1741353 w 2309803"/>
              <a:gd name="csY6" fmla="*/ 410900 h 3225614"/>
              <a:gd name="csX7" fmla="*/ 1580836 w 2309803"/>
              <a:gd name="csY7" fmla="*/ 942454 h 3225614"/>
              <a:gd name="csX8" fmla="*/ 1817442 w 2309803"/>
              <a:gd name="csY8" fmla="*/ 1532713 h 3225614"/>
              <a:gd name="csX9" fmla="*/ 2276128 w 2309803"/>
              <a:gd name="csY9" fmla="*/ 1790284 h 3225614"/>
              <a:gd name="csX10" fmla="*/ 2309803 w 2309803"/>
              <a:gd name="csY10" fmla="*/ 1799258 h 3225614"/>
              <a:gd name="csX11" fmla="*/ 2309803 w 2309803"/>
              <a:gd name="csY11" fmla="*/ 2048256 h 3225614"/>
              <a:gd name="csX12" fmla="*/ 1505789 w 2309803"/>
              <a:gd name="csY12" fmla="*/ 2048256 h 3225614"/>
              <a:gd name="csX13" fmla="*/ 1671518 w 2309803"/>
              <a:gd name="csY13" fmla="*/ 2692951 h 3225614"/>
              <a:gd name="csX14" fmla="*/ 1869559 w 2309803"/>
              <a:gd name="csY14" fmla="*/ 2914432 h 3225614"/>
              <a:gd name="csX15" fmla="*/ 1973067 w 2309803"/>
              <a:gd name="csY15" fmla="*/ 2986018 h 3225614"/>
              <a:gd name="csX16" fmla="*/ 1932219 w 2309803"/>
              <a:gd name="csY16" fmla="*/ 3018860 h 3225614"/>
              <a:gd name="csX17" fmla="*/ 1157036 w 2309803"/>
              <a:gd name="csY17" fmla="*/ 3225614 h 3225614"/>
              <a:gd name="csX18" fmla="*/ 301000 w 2309803"/>
              <a:gd name="csY18" fmla="*/ 2955568 h 3225614"/>
              <a:gd name="csX19" fmla="*/ 0 w 2309803"/>
              <a:gd name="csY19" fmla="*/ 2181719 h 3225614"/>
              <a:gd name="csX20" fmla="*/ 0 w 2309803"/>
              <a:gd name="csY20" fmla="*/ 1972514 h 3225614"/>
              <a:gd name="csX21" fmla="*/ 853901 w 2309803"/>
              <a:gd name="csY21" fmla="*/ 1972514 h 3225614"/>
              <a:gd name="csX22" fmla="*/ 853901 w 2309803"/>
              <a:gd name="csY22" fmla="*/ 2196663 h 3225614"/>
              <a:gd name="csX23" fmla="*/ 931820 w 2309803"/>
              <a:gd name="csY23" fmla="*/ 2453900 h 3225614"/>
              <a:gd name="csX24" fmla="*/ 1154902 w 2309803"/>
              <a:gd name="csY24" fmla="*/ 2540358 h 3225614"/>
              <a:gd name="csX25" fmla="*/ 1374781 w 2309803"/>
              <a:gd name="csY25" fmla="*/ 2453900 h 3225614"/>
              <a:gd name="csX26" fmla="*/ 1451632 w 2309803"/>
              <a:gd name="csY26" fmla="*/ 2194528 h 3225614"/>
              <a:gd name="csX27" fmla="*/ 1451632 w 2309803"/>
              <a:gd name="csY27" fmla="*/ 880685 h 3225614"/>
              <a:gd name="csX28" fmla="*/ 31532 w 2309803"/>
              <a:gd name="csY28" fmla="*/ 880685 h 3225614"/>
              <a:gd name="csX29" fmla="*/ 31532 w 2309803"/>
              <a:gd name="csY29" fmla="*/ 0 h 32256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2309803" h="3225614">
                <a:moveTo>
                  <a:pt x="31532" y="0"/>
                </a:moveTo>
                <a:lnTo>
                  <a:pt x="1823257" y="0"/>
                </a:lnTo>
                <a:lnTo>
                  <a:pt x="1823257" y="1"/>
                </a:lnTo>
                <a:lnTo>
                  <a:pt x="2309803" y="1"/>
                </a:lnTo>
                <a:lnTo>
                  <a:pt x="2309803" y="8501"/>
                </a:lnTo>
                <a:lnTo>
                  <a:pt x="2185381" y="55464"/>
                </a:lnTo>
                <a:cubicBezTo>
                  <a:pt x="1996374" y="140142"/>
                  <a:pt x="1848365" y="258621"/>
                  <a:pt x="1741353" y="410900"/>
                </a:cubicBezTo>
                <a:cubicBezTo>
                  <a:pt x="1634342" y="563179"/>
                  <a:pt x="1580836" y="740364"/>
                  <a:pt x="1580836" y="942454"/>
                </a:cubicBezTo>
                <a:cubicBezTo>
                  <a:pt x="1580836" y="1188662"/>
                  <a:pt x="1659705" y="1385415"/>
                  <a:pt x="1817442" y="1532713"/>
                </a:cubicBezTo>
                <a:cubicBezTo>
                  <a:pt x="1935746" y="1643187"/>
                  <a:pt x="2088641" y="1729043"/>
                  <a:pt x="2276128" y="1790284"/>
                </a:cubicBezTo>
                <a:lnTo>
                  <a:pt x="2309803" y="1799258"/>
                </a:lnTo>
                <a:lnTo>
                  <a:pt x="2309803" y="2048256"/>
                </a:lnTo>
                <a:lnTo>
                  <a:pt x="1505789" y="2048256"/>
                </a:lnTo>
                <a:cubicBezTo>
                  <a:pt x="1507179" y="2308696"/>
                  <a:pt x="1562422" y="2523594"/>
                  <a:pt x="1671518" y="2692951"/>
                </a:cubicBezTo>
                <a:cubicBezTo>
                  <a:pt x="1726066" y="2777630"/>
                  <a:pt x="1792080" y="2851457"/>
                  <a:pt x="1869559" y="2914432"/>
                </a:cubicBezTo>
                <a:lnTo>
                  <a:pt x="1973067" y="2986018"/>
                </a:lnTo>
                <a:lnTo>
                  <a:pt x="1932219" y="3018860"/>
                </a:lnTo>
                <a:cubicBezTo>
                  <a:pt x="1739201" y="3156697"/>
                  <a:pt x="1480807" y="3225614"/>
                  <a:pt x="1157036" y="3225614"/>
                </a:cubicBezTo>
                <a:cubicBezTo>
                  <a:pt x="787012" y="3225614"/>
                  <a:pt x="501667" y="3135599"/>
                  <a:pt x="301000" y="2955568"/>
                </a:cubicBezTo>
                <a:cubicBezTo>
                  <a:pt x="100333" y="2775537"/>
                  <a:pt x="0" y="2517587"/>
                  <a:pt x="0" y="2181719"/>
                </a:cubicBezTo>
                <a:lnTo>
                  <a:pt x="0" y="1972514"/>
                </a:lnTo>
                <a:lnTo>
                  <a:pt x="853901" y="1972514"/>
                </a:lnTo>
                <a:lnTo>
                  <a:pt x="853901" y="2196663"/>
                </a:lnTo>
                <a:cubicBezTo>
                  <a:pt x="853901" y="2310516"/>
                  <a:pt x="879874" y="2396262"/>
                  <a:pt x="931820" y="2453900"/>
                </a:cubicBezTo>
                <a:cubicBezTo>
                  <a:pt x="983766" y="2511539"/>
                  <a:pt x="1058126" y="2540358"/>
                  <a:pt x="1154902" y="2540358"/>
                </a:cubicBezTo>
                <a:cubicBezTo>
                  <a:pt x="1250254" y="2540358"/>
                  <a:pt x="1323547" y="2511539"/>
                  <a:pt x="1374781" y="2453900"/>
                </a:cubicBezTo>
                <a:cubicBezTo>
                  <a:pt x="1426015" y="2396262"/>
                  <a:pt x="1451632" y="2309805"/>
                  <a:pt x="1451632" y="2194528"/>
                </a:cubicBezTo>
                <a:lnTo>
                  <a:pt x="1451632" y="880685"/>
                </a:lnTo>
                <a:lnTo>
                  <a:pt x="31532" y="880685"/>
                </a:lnTo>
                <a:lnTo>
                  <a:pt x="31532" y="0"/>
                </a:lnTo>
                <a:close/>
              </a:path>
            </a:pathLst>
          </a:custGeom>
          <a:solidFill>
            <a:srgbClr val="6ABAE5">
              <a:alpha val="69804"/>
            </a:srgb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34400" b="1" dirty="0">
              <a:latin typeface="Inter 18pt Black" panose="02000503000000020004" pitchFamily="2" charset="0"/>
              <a:ea typeface="Inter 18pt Black" panose="02000503000000020004" pitchFamily="2" charset="0"/>
              <a:cs typeface="Poppins" panose="00000500000000000000" pitchFamily="2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8275FFE-D51C-0E38-4E18-205035A3BA1E}"/>
              </a:ext>
            </a:extLst>
          </p:cNvPr>
          <p:cNvSpPr/>
          <p:nvPr/>
        </p:nvSpPr>
        <p:spPr>
          <a:xfrm>
            <a:off x="6642792" y="3724206"/>
            <a:ext cx="901786" cy="901786"/>
          </a:xfrm>
          <a:prstGeom prst="ellipse">
            <a:avLst/>
          </a:prstGeom>
          <a:solidFill>
            <a:srgbClr val="6A71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D470B7-A066-167B-529D-229D111951E0}"/>
              </a:ext>
            </a:extLst>
          </p:cNvPr>
          <p:cNvSpPr/>
          <p:nvPr/>
        </p:nvSpPr>
        <p:spPr>
          <a:xfrm>
            <a:off x="418454" y="883403"/>
            <a:ext cx="1038387" cy="790414"/>
          </a:xfrm>
          <a:prstGeom prst="rect">
            <a:avLst/>
          </a:prstGeom>
          <a:solidFill>
            <a:srgbClr val="6ABA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F16259-6EEC-C8E5-0462-38B1E9FEF51A}"/>
              </a:ext>
            </a:extLst>
          </p:cNvPr>
          <p:cNvSpPr/>
          <p:nvPr/>
        </p:nvSpPr>
        <p:spPr>
          <a:xfrm>
            <a:off x="469058" y="2047664"/>
            <a:ext cx="1038387" cy="790414"/>
          </a:xfrm>
          <a:prstGeom prst="rect">
            <a:avLst/>
          </a:prstGeom>
          <a:solidFill>
            <a:srgbClr val="6A71B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0E9B57-3E3C-8F47-6E3F-C874E64B6F7D}"/>
              </a:ext>
            </a:extLst>
          </p:cNvPr>
          <p:cNvSpPr/>
          <p:nvPr/>
        </p:nvSpPr>
        <p:spPr>
          <a:xfrm>
            <a:off x="519662" y="3211925"/>
            <a:ext cx="1038387" cy="790414"/>
          </a:xfrm>
          <a:prstGeom prst="rect">
            <a:avLst/>
          </a:prstGeom>
          <a:solidFill>
            <a:srgbClr val="FE4E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D71012C-4672-6709-6893-B65951912453}"/>
              </a:ext>
            </a:extLst>
          </p:cNvPr>
          <p:cNvSpPr/>
          <p:nvPr/>
        </p:nvSpPr>
        <p:spPr>
          <a:xfrm>
            <a:off x="6642792" y="1659371"/>
            <a:ext cx="901786" cy="901786"/>
          </a:xfrm>
          <a:prstGeom prst="ellipse">
            <a:avLst/>
          </a:prstGeom>
          <a:solidFill>
            <a:srgbClr val="6A71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9673324-61C8-48F0-8996-A7909DB2A167}"/>
              </a:ext>
            </a:extLst>
          </p:cNvPr>
          <p:cNvGrpSpPr/>
          <p:nvPr/>
        </p:nvGrpSpPr>
        <p:grpSpPr>
          <a:xfrm>
            <a:off x="8398146" y="2678873"/>
            <a:ext cx="4119926" cy="3297168"/>
            <a:chOff x="2444036" y="1485948"/>
            <a:chExt cx="4119926" cy="329716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D2260E5-3CB7-811F-38B7-8BBF3BBA8DCF}"/>
                </a:ext>
              </a:extLst>
            </p:cNvPr>
            <p:cNvSpPr txBox="1"/>
            <p:nvPr/>
          </p:nvSpPr>
          <p:spPr>
            <a:xfrm>
              <a:off x="3949825" y="1485948"/>
              <a:ext cx="2614137" cy="3266172"/>
            </a:xfrm>
            <a:custGeom>
              <a:avLst/>
              <a:gdLst/>
              <a:ahLst/>
              <a:cxnLst/>
              <a:rect l="l" t="t" r="r" b="b"/>
              <a:pathLst>
                <a:path w="2676980" h="3266172">
                  <a:moveTo>
                    <a:pt x="1366242" y="0"/>
                  </a:moveTo>
                  <a:cubicBezTo>
                    <a:pt x="1625259" y="0"/>
                    <a:pt x="1848696" y="42695"/>
                    <a:pt x="2036554" y="128085"/>
                  </a:cubicBezTo>
                  <a:cubicBezTo>
                    <a:pt x="2224413" y="213475"/>
                    <a:pt x="2369576" y="334444"/>
                    <a:pt x="2472044" y="490993"/>
                  </a:cubicBezTo>
                  <a:cubicBezTo>
                    <a:pt x="2574512" y="647542"/>
                    <a:pt x="2627170" y="831131"/>
                    <a:pt x="2630016" y="1041759"/>
                  </a:cubicBezTo>
                  <a:lnTo>
                    <a:pt x="1803866" y="1041759"/>
                  </a:lnTo>
                  <a:cubicBezTo>
                    <a:pt x="1796750" y="936445"/>
                    <a:pt x="1756902" y="854257"/>
                    <a:pt x="1684320" y="795195"/>
                  </a:cubicBezTo>
                  <a:cubicBezTo>
                    <a:pt x="1611739" y="736134"/>
                    <a:pt x="1506424" y="706603"/>
                    <a:pt x="1368377" y="706603"/>
                  </a:cubicBezTo>
                  <a:cubicBezTo>
                    <a:pt x="1281563" y="706603"/>
                    <a:pt x="1208982" y="717277"/>
                    <a:pt x="1150632" y="738624"/>
                  </a:cubicBezTo>
                  <a:cubicBezTo>
                    <a:pt x="1092282" y="759972"/>
                    <a:pt x="1048519" y="789503"/>
                    <a:pt x="1019344" y="827217"/>
                  </a:cubicBezTo>
                  <a:cubicBezTo>
                    <a:pt x="990169" y="864931"/>
                    <a:pt x="975582" y="907982"/>
                    <a:pt x="975582" y="956369"/>
                  </a:cubicBezTo>
                  <a:cubicBezTo>
                    <a:pt x="975582" y="1007603"/>
                    <a:pt x="990525" y="1051722"/>
                    <a:pt x="1020412" y="1088724"/>
                  </a:cubicBezTo>
                  <a:cubicBezTo>
                    <a:pt x="1050298" y="1125726"/>
                    <a:pt x="1097975" y="1157748"/>
                    <a:pt x="1163440" y="1184788"/>
                  </a:cubicBezTo>
                  <a:cubicBezTo>
                    <a:pt x="1228906" y="1211828"/>
                    <a:pt x="1312161" y="1236022"/>
                    <a:pt x="1413206" y="1257370"/>
                  </a:cubicBezTo>
                  <a:lnTo>
                    <a:pt x="1673646" y="1310738"/>
                  </a:lnTo>
                  <a:cubicBezTo>
                    <a:pt x="1850119" y="1347741"/>
                    <a:pt x="2002043" y="1395773"/>
                    <a:pt x="2129416" y="1454834"/>
                  </a:cubicBezTo>
                  <a:cubicBezTo>
                    <a:pt x="2256789" y="1513896"/>
                    <a:pt x="2361037" y="1583631"/>
                    <a:pt x="2442158" y="1664040"/>
                  </a:cubicBezTo>
                  <a:cubicBezTo>
                    <a:pt x="2523278" y="1744449"/>
                    <a:pt x="2582695" y="1835532"/>
                    <a:pt x="2620409" y="1937288"/>
                  </a:cubicBezTo>
                  <a:cubicBezTo>
                    <a:pt x="2658123" y="2039045"/>
                    <a:pt x="2676980" y="2151119"/>
                    <a:pt x="2676980" y="2273512"/>
                  </a:cubicBezTo>
                  <a:cubicBezTo>
                    <a:pt x="2676980" y="2485564"/>
                    <a:pt x="2625035" y="2665595"/>
                    <a:pt x="2521143" y="2813605"/>
                  </a:cubicBezTo>
                  <a:cubicBezTo>
                    <a:pt x="2417252" y="2961614"/>
                    <a:pt x="2268175" y="3074045"/>
                    <a:pt x="2073913" y="3150896"/>
                  </a:cubicBezTo>
                  <a:cubicBezTo>
                    <a:pt x="1879650" y="3227747"/>
                    <a:pt x="1645895" y="3266172"/>
                    <a:pt x="1372646" y="3266172"/>
                  </a:cubicBezTo>
                  <a:cubicBezTo>
                    <a:pt x="1093705" y="3266172"/>
                    <a:pt x="851411" y="3224901"/>
                    <a:pt x="645763" y="3142357"/>
                  </a:cubicBezTo>
                  <a:cubicBezTo>
                    <a:pt x="440115" y="3059813"/>
                    <a:pt x="281431" y="2933862"/>
                    <a:pt x="169713" y="2764505"/>
                  </a:cubicBezTo>
                  <a:cubicBezTo>
                    <a:pt x="57994" y="2595148"/>
                    <a:pt x="1423" y="2380250"/>
                    <a:pt x="0" y="2119810"/>
                  </a:cubicBezTo>
                  <a:lnTo>
                    <a:pt x="824015" y="2119810"/>
                  </a:lnTo>
                  <a:cubicBezTo>
                    <a:pt x="829707" y="2213739"/>
                    <a:pt x="854613" y="2293792"/>
                    <a:pt x="898731" y="2359969"/>
                  </a:cubicBezTo>
                  <a:cubicBezTo>
                    <a:pt x="942849" y="2426147"/>
                    <a:pt x="1004401" y="2475958"/>
                    <a:pt x="1083387" y="2509402"/>
                  </a:cubicBezTo>
                  <a:cubicBezTo>
                    <a:pt x="1162373" y="2542847"/>
                    <a:pt x="1256658" y="2559569"/>
                    <a:pt x="1366242" y="2559569"/>
                  </a:cubicBezTo>
                  <a:cubicBezTo>
                    <a:pt x="1458748" y="2559569"/>
                    <a:pt x="1537022" y="2548184"/>
                    <a:pt x="1601065" y="2525413"/>
                  </a:cubicBezTo>
                  <a:cubicBezTo>
                    <a:pt x="1665107" y="2502642"/>
                    <a:pt x="1714207" y="2470977"/>
                    <a:pt x="1748363" y="2430416"/>
                  </a:cubicBezTo>
                  <a:cubicBezTo>
                    <a:pt x="1782519" y="2389856"/>
                    <a:pt x="1799597" y="2342536"/>
                    <a:pt x="1799597" y="2288455"/>
                  </a:cubicBezTo>
                  <a:cubicBezTo>
                    <a:pt x="1799597" y="2240068"/>
                    <a:pt x="1783586" y="2197372"/>
                    <a:pt x="1751565" y="2160370"/>
                  </a:cubicBezTo>
                  <a:cubicBezTo>
                    <a:pt x="1719544" y="2123368"/>
                    <a:pt x="1667598" y="2089923"/>
                    <a:pt x="1595728" y="2060037"/>
                  </a:cubicBezTo>
                  <a:cubicBezTo>
                    <a:pt x="1523858" y="2030150"/>
                    <a:pt x="1428861" y="2003821"/>
                    <a:pt x="1310738" y="1981051"/>
                  </a:cubicBezTo>
                  <a:lnTo>
                    <a:pt x="992660" y="1914873"/>
                  </a:lnTo>
                  <a:cubicBezTo>
                    <a:pt x="705180" y="1855100"/>
                    <a:pt x="480675" y="1751565"/>
                    <a:pt x="319145" y="1604267"/>
                  </a:cubicBezTo>
                  <a:cubicBezTo>
                    <a:pt x="157616" y="1456969"/>
                    <a:pt x="76851" y="1260216"/>
                    <a:pt x="76851" y="1014008"/>
                  </a:cubicBezTo>
                  <a:cubicBezTo>
                    <a:pt x="76851" y="811918"/>
                    <a:pt x="131643" y="634733"/>
                    <a:pt x="241227" y="482454"/>
                  </a:cubicBezTo>
                  <a:cubicBezTo>
                    <a:pt x="350811" y="330175"/>
                    <a:pt x="502378" y="211696"/>
                    <a:pt x="695929" y="127018"/>
                  </a:cubicBezTo>
                  <a:cubicBezTo>
                    <a:pt x="889480" y="42339"/>
                    <a:pt x="1112918" y="0"/>
                    <a:pt x="1366242" y="0"/>
                  </a:cubicBezTo>
                  <a:close/>
                </a:path>
              </a:pathLst>
            </a:custGeom>
            <a:solidFill>
              <a:srgbClr val="FE026F">
                <a:alpha val="69804"/>
              </a:srgb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34400" b="1" dirty="0">
                <a:latin typeface="Inter 18pt Black" panose="02000503000000020004" pitchFamily="2" charset="0"/>
                <a:ea typeface="Inter 18pt Black" panose="02000503000000020004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2ADF827-7C3B-9F5A-9E50-58A87370A471}"/>
                </a:ext>
              </a:extLst>
            </p:cNvPr>
            <p:cNvSpPr txBox="1"/>
            <p:nvPr/>
          </p:nvSpPr>
          <p:spPr>
            <a:xfrm>
              <a:off x="2444036" y="1557502"/>
              <a:ext cx="2309803" cy="3225614"/>
            </a:xfrm>
            <a:custGeom>
              <a:avLst/>
              <a:gdLst>
                <a:gd name="csX0" fmla="*/ 31532 w 2309803"/>
                <a:gd name="csY0" fmla="*/ 0 h 3225614"/>
                <a:gd name="csX1" fmla="*/ 1823257 w 2309803"/>
                <a:gd name="csY1" fmla="*/ 0 h 3225614"/>
                <a:gd name="csX2" fmla="*/ 1823257 w 2309803"/>
                <a:gd name="csY2" fmla="*/ 1 h 3225614"/>
                <a:gd name="csX3" fmla="*/ 2309803 w 2309803"/>
                <a:gd name="csY3" fmla="*/ 1 h 3225614"/>
                <a:gd name="csX4" fmla="*/ 2309803 w 2309803"/>
                <a:gd name="csY4" fmla="*/ 2183854 h 3225614"/>
                <a:gd name="csX5" fmla="*/ 2010938 w 2309803"/>
                <a:gd name="csY5" fmla="*/ 2955568 h 3225614"/>
                <a:gd name="csX6" fmla="*/ 1157036 w 2309803"/>
                <a:gd name="csY6" fmla="*/ 3225614 h 3225614"/>
                <a:gd name="csX7" fmla="*/ 301000 w 2309803"/>
                <a:gd name="csY7" fmla="*/ 2955568 h 3225614"/>
                <a:gd name="csX8" fmla="*/ 0 w 2309803"/>
                <a:gd name="csY8" fmla="*/ 2181719 h 3225614"/>
                <a:gd name="csX9" fmla="*/ 0 w 2309803"/>
                <a:gd name="csY9" fmla="*/ 1972514 h 3225614"/>
                <a:gd name="csX10" fmla="*/ 853901 w 2309803"/>
                <a:gd name="csY10" fmla="*/ 1972514 h 3225614"/>
                <a:gd name="csX11" fmla="*/ 853901 w 2309803"/>
                <a:gd name="csY11" fmla="*/ 2196663 h 3225614"/>
                <a:gd name="csX12" fmla="*/ 931820 w 2309803"/>
                <a:gd name="csY12" fmla="*/ 2453900 h 3225614"/>
                <a:gd name="csX13" fmla="*/ 1154902 w 2309803"/>
                <a:gd name="csY13" fmla="*/ 2540358 h 3225614"/>
                <a:gd name="csX14" fmla="*/ 1374781 w 2309803"/>
                <a:gd name="csY14" fmla="*/ 2453900 h 3225614"/>
                <a:gd name="csX15" fmla="*/ 1451632 w 2309803"/>
                <a:gd name="csY15" fmla="*/ 2194528 h 3225614"/>
                <a:gd name="csX16" fmla="*/ 1451632 w 2309803"/>
                <a:gd name="csY16" fmla="*/ 880685 h 3225614"/>
                <a:gd name="csX17" fmla="*/ 31532 w 2309803"/>
                <a:gd name="csY17" fmla="*/ 880685 h 32256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309803" h="3225614">
                  <a:moveTo>
                    <a:pt x="31532" y="0"/>
                  </a:moveTo>
                  <a:lnTo>
                    <a:pt x="1823257" y="0"/>
                  </a:lnTo>
                  <a:lnTo>
                    <a:pt x="1823257" y="1"/>
                  </a:lnTo>
                  <a:lnTo>
                    <a:pt x="2309803" y="1"/>
                  </a:lnTo>
                  <a:lnTo>
                    <a:pt x="2309803" y="2183854"/>
                  </a:lnTo>
                  <a:cubicBezTo>
                    <a:pt x="2309803" y="2518299"/>
                    <a:pt x="2210182" y="2775537"/>
                    <a:pt x="2010938" y="2955568"/>
                  </a:cubicBezTo>
                  <a:cubicBezTo>
                    <a:pt x="1811694" y="3135599"/>
                    <a:pt x="1527060" y="3225614"/>
                    <a:pt x="1157036" y="3225614"/>
                  </a:cubicBezTo>
                  <a:cubicBezTo>
                    <a:pt x="787012" y="3225614"/>
                    <a:pt x="501667" y="3135599"/>
                    <a:pt x="301000" y="2955568"/>
                  </a:cubicBezTo>
                  <a:cubicBezTo>
                    <a:pt x="100333" y="2775537"/>
                    <a:pt x="0" y="2517587"/>
                    <a:pt x="0" y="2181719"/>
                  </a:cubicBezTo>
                  <a:lnTo>
                    <a:pt x="0" y="1972514"/>
                  </a:lnTo>
                  <a:lnTo>
                    <a:pt x="853901" y="1972514"/>
                  </a:lnTo>
                  <a:lnTo>
                    <a:pt x="853901" y="2196663"/>
                  </a:lnTo>
                  <a:cubicBezTo>
                    <a:pt x="853901" y="2310516"/>
                    <a:pt x="879874" y="2396262"/>
                    <a:pt x="931820" y="2453900"/>
                  </a:cubicBezTo>
                  <a:cubicBezTo>
                    <a:pt x="983766" y="2511539"/>
                    <a:pt x="1058126" y="2540358"/>
                    <a:pt x="1154902" y="2540358"/>
                  </a:cubicBezTo>
                  <a:cubicBezTo>
                    <a:pt x="1250254" y="2540358"/>
                    <a:pt x="1323547" y="2511539"/>
                    <a:pt x="1374781" y="2453900"/>
                  </a:cubicBezTo>
                  <a:cubicBezTo>
                    <a:pt x="1426015" y="2396262"/>
                    <a:pt x="1451632" y="2309805"/>
                    <a:pt x="1451632" y="2194528"/>
                  </a:cubicBezTo>
                  <a:lnTo>
                    <a:pt x="1451632" y="880685"/>
                  </a:lnTo>
                  <a:lnTo>
                    <a:pt x="31532" y="880685"/>
                  </a:lnTo>
                  <a:close/>
                </a:path>
              </a:pathLst>
            </a:custGeom>
            <a:solidFill>
              <a:srgbClr val="0189D3">
                <a:alpha val="58824"/>
              </a:srgbClr>
            </a:solidFill>
            <a:ln>
              <a:solidFill>
                <a:schemeClr val="bg1"/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34400" b="1" dirty="0">
                <a:latin typeface="Inter 18pt Black" panose="02000503000000020004" pitchFamily="2" charset="0"/>
                <a:ea typeface="Inter 18pt Black" panose="02000503000000020004" pitchFamily="2" charset="0"/>
                <a:cs typeface="Poppins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3810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6</Words>
  <Application>Microsoft Office PowerPoint</Application>
  <PresentationFormat>Widescreen</PresentationFormat>
  <Paragraphs>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Inter 18pt Black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Tim T Joe</dc:creator>
  <cp:lastModifiedBy>Timothy T. Joe</cp:lastModifiedBy>
  <cp:revision>9</cp:revision>
  <dcterms:created xsi:type="dcterms:W3CDTF">2026-02-13T07:11:23Z</dcterms:created>
  <dcterms:modified xsi:type="dcterms:W3CDTF">2026-02-15T14:30:03Z</dcterms:modified>
</cp:coreProperties>
</file>